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6"/>
  </p:notesMasterIdLst>
  <p:sldIdLst>
    <p:sldId id="256" r:id="rId2"/>
    <p:sldId id="312" r:id="rId3"/>
    <p:sldId id="257" r:id="rId4"/>
    <p:sldId id="260" r:id="rId5"/>
    <p:sldId id="261" r:id="rId6"/>
    <p:sldId id="313" r:id="rId7"/>
    <p:sldId id="314" r:id="rId8"/>
    <p:sldId id="316" r:id="rId9"/>
    <p:sldId id="317" r:id="rId10"/>
    <p:sldId id="318" r:id="rId11"/>
    <p:sldId id="320" r:id="rId12"/>
    <p:sldId id="319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3" r:id="rId25"/>
  </p:sldIdLst>
  <p:sldSz cx="9144000" cy="5143500" type="screen16x9"/>
  <p:notesSz cx="6858000" cy="9144000"/>
  <p:embeddedFontLst>
    <p:embeddedFont>
      <p:font typeface="Barlow" panose="00000500000000000000" pitchFamily="2" charset="0"/>
      <p:regular r:id="rId27"/>
      <p:bold r:id="rId28"/>
      <p:italic r:id="rId29"/>
      <p:boldItalic r:id="rId30"/>
    </p:embeddedFont>
    <p:embeddedFont>
      <p:font typeface="Nunito Light" pitchFamily="2" charset="0"/>
      <p:regular r:id="rId31"/>
      <p:italic r:id="rId32"/>
    </p:embeddedFont>
    <p:embeddedFont>
      <p:font typeface="Poppins" panose="00000500000000000000" pitchFamily="2" charset="0"/>
      <p:regular r:id="rId33"/>
      <p:bold r:id="rId34"/>
      <p:italic r:id="rId35"/>
      <p:boldItalic r:id="rId36"/>
    </p:embeddedFont>
    <p:embeddedFont>
      <p:font typeface="Poppins Black" panose="00000A00000000000000" pitchFamily="2" charset="0"/>
      <p:bold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E55186-FC47-438D-8FF2-3CFF6761B94B}" v="120" dt="2023-12-04T21:15:30.878"/>
  </p1510:revLst>
</p1510:revInfo>
</file>

<file path=ppt/tableStyles.xml><?xml version="1.0" encoding="utf-8"?>
<a:tblStyleLst xmlns:a="http://schemas.openxmlformats.org/drawingml/2006/main" def="{9B5F9DEC-D4A5-468B-9A5E-1FDF4CB2B59C}">
  <a:tblStyle styleId="{9B5F9DEC-D4A5-468B-9A5E-1FDF4CB2B5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1553F0-9DAD-4B1B-9423-A7EE57EC921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03" autoAdjust="0"/>
  </p:normalViewPr>
  <p:slideViewPr>
    <p:cSldViewPr snapToGrid="0">
      <p:cViewPr varScale="1">
        <p:scale>
          <a:sx n="78" d="100"/>
          <a:sy n="78" d="100"/>
        </p:scale>
        <p:origin x="940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 Acharya" userId="1cf7e5931d232eaf" providerId="LiveId" clId="{46E55186-FC47-438D-8FF2-3CFF6761B94B}"/>
    <pc:docChg chg="undo redo custSel addSld delSld modSld sldOrd delMainMaster">
      <pc:chgData name="Tej Acharya" userId="1cf7e5931d232eaf" providerId="LiveId" clId="{46E55186-FC47-438D-8FF2-3CFF6761B94B}" dt="2023-12-04T21:44:27.043" v="4765" actId="20577"/>
      <pc:docMkLst>
        <pc:docMk/>
      </pc:docMkLst>
      <pc:sldChg chg="delSp modSp mod">
        <pc:chgData name="Tej Acharya" userId="1cf7e5931d232eaf" providerId="LiveId" clId="{46E55186-FC47-438D-8FF2-3CFF6761B94B}" dt="2023-12-04T18:01:26.170" v="594" actId="478"/>
        <pc:sldMkLst>
          <pc:docMk/>
          <pc:sldMk cId="0" sldId="257"/>
        </pc:sldMkLst>
        <pc:spChg chg="mod">
          <ac:chgData name="Tej Acharya" userId="1cf7e5931d232eaf" providerId="LiveId" clId="{46E55186-FC47-438D-8FF2-3CFF6761B94B}" dt="2023-12-04T16:45:42.399" v="228" actId="20577"/>
          <ac:spMkLst>
            <pc:docMk/>
            <pc:sldMk cId="0" sldId="257"/>
            <ac:spMk id="796" creationId="{00000000-0000-0000-0000-000000000000}"/>
          </ac:spMkLst>
        </pc:spChg>
        <pc:spChg chg="mod">
          <ac:chgData name="Tej Acharya" userId="1cf7e5931d232eaf" providerId="LiveId" clId="{46E55186-FC47-438D-8FF2-3CFF6761B94B}" dt="2023-12-04T18:01:08.009" v="590" actId="255"/>
          <ac:spMkLst>
            <pc:docMk/>
            <pc:sldMk cId="0" sldId="257"/>
            <ac:spMk id="797" creationId="{00000000-0000-0000-0000-000000000000}"/>
          </ac:spMkLst>
        </pc:spChg>
        <pc:spChg chg="del mod">
          <ac:chgData name="Tej Acharya" userId="1cf7e5931d232eaf" providerId="LiveId" clId="{46E55186-FC47-438D-8FF2-3CFF6761B94B}" dt="2023-12-04T18:01:24.319" v="593" actId="478"/>
          <ac:spMkLst>
            <pc:docMk/>
            <pc:sldMk cId="0" sldId="257"/>
            <ac:spMk id="798" creationId="{00000000-0000-0000-0000-000000000000}"/>
          </ac:spMkLst>
        </pc:spChg>
        <pc:spChg chg="del">
          <ac:chgData name="Tej Acharya" userId="1cf7e5931d232eaf" providerId="LiveId" clId="{46E55186-FC47-438D-8FF2-3CFF6761B94B}" dt="2023-12-04T18:01:26.170" v="594" actId="478"/>
          <ac:spMkLst>
            <pc:docMk/>
            <pc:sldMk cId="0" sldId="257"/>
            <ac:spMk id="799" creationId="{00000000-0000-0000-0000-000000000000}"/>
          </ac:spMkLst>
        </pc:spChg>
        <pc:graphicFrameChg chg="del modGraphic">
          <ac:chgData name="Tej Acharya" userId="1cf7e5931d232eaf" providerId="LiveId" clId="{46E55186-FC47-438D-8FF2-3CFF6761B94B}" dt="2023-12-04T16:45:54.726" v="231" actId="478"/>
          <ac:graphicFrameMkLst>
            <pc:docMk/>
            <pc:sldMk cId="0" sldId="257"/>
            <ac:graphicFrameMk id="800" creationId="{00000000-0000-0000-0000-000000000000}"/>
          </ac:graphicFrameMkLst>
        </pc:graphicFrameChg>
      </pc:sldChg>
      <pc:sldChg chg="del">
        <pc:chgData name="Tej Acharya" userId="1cf7e5931d232eaf" providerId="LiveId" clId="{46E55186-FC47-438D-8FF2-3CFF6761B94B}" dt="2023-12-04T18:01:57.968" v="595" actId="47"/>
        <pc:sldMkLst>
          <pc:docMk/>
          <pc:sldMk cId="0" sldId="258"/>
        </pc:sldMkLst>
      </pc:sldChg>
      <pc:sldChg chg="del">
        <pc:chgData name="Tej Acharya" userId="1cf7e5931d232eaf" providerId="LiveId" clId="{46E55186-FC47-438D-8FF2-3CFF6761B94B}" dt="2023-12-04T16:59:24.804" v="475" actId="47"/>
        <pc:sldMkLst>
          <pc:docMk/>
          <pc:sldMk cId="0" sldId="259"/>
        </pc:sldMkLst>
      </pc:sldChg>
      <pc:sldChg chg="modSp mod">
        <pc:chgData name="Tej Acharya" userId="1cf7e5931d232eaf" providerId="LiveId" clId="{46E55186-FC47-438D-8FF2-3CFF6761B94B}" dt="2023-12-04T17:07:59.610" v="497" actId="20577"/>
        <pc:sldMkLst>
          <pc:docMk/>
          <pc:sldMk cId="0" sldId="260"/>
        </pc:sldMkLst>
        <pc:spChg chg="mod">
          <ac:chgData name="Tej Acharya" userId="1cf7e5931d232eaf" providerId="LiveId" clId="{46E55186-FC47-438D-8FF2-3CFF6761B94B}" dt="2023-12-04T17:07:59.610" v="497" actId="20577"/>
          <ac:spMkLst>
            <pc:docMk/>
            <pc:sldMk cId="0" sldId="260"/>
            <ac:spMk id="914" creationId="{00000000-0000-0000-0000-000000000000}"/>
          </ac:spMkLst>
        </pc:spChg>
      </pc:sldChg>
      <pc:sldChg chg="addSp delSp modSp mod">
        <pc:chgData name="Tej Acharya" userId="1cf7e5931d232eaf" providerId="LiveId" clId="{46E55186-FC47-438D-8FF2-3CFF6761B94B}" dt="2023-12-04T18:23:02.251" v="948" actId="20577"/>
        <pc:sldMkLst>
          <pc:docMk/>
          <pc:sldMk cId="0" sldId="261"/>
        </pc:sldMkLst>
        <pc:spChg chg="add del mod">
          <ac:chgData name="Tej Acharya" userId="1cf7e5931d232eaf" providerId="LiveId" clId="{46E55186-FC47-438D-8FF2-3CFF6761B94B}" dt="2023-12-04T18:11:11.734" v="605" actId="478"/>
          <ac:spMkLst>
            <pc:docMk/>
            <pc:sldMk cId="0" sldId="261"/>
            <ac:spMk id="3" creationId="{4FA07F8A-2B60-1866-9ACA-0485091AB7FE}"/>
          </ac:spMkLst>
        </pc:spChg>
        <pc:spChg chg="mod">
          <ac:chgData name="Tej Acharya" userId="1cf7e5931d232eaf" providerId="LiveId" clId="{46E55186-FC47-438D-8FF2-3CFF6761B94B}" dt="2023-12-04T18:11:00.615" v="602" actId="20577"/>
          <ac:spMkLst>
            <pc:docMk/>
            <pc:sldMk cId="0" sldId="261"/>
            <ac:spMk id="939" creationId="{00000000-0000-0000-0000-000000000000}"/>
          </ac:spMkLst>
        </pc:spChg>
        <pc:spChg chg="del mod">
          <ac:chgData name="Tej Acharya" userId="1cf7e5931d232eaf" providerId="LiveId" clId="{46E55186-FC47-438D-8FF2-3CFF6761B94B}" dt="2023-12-04T18:11:06.744" v="604" actId="478"/>
          <ac:spMkLst>
            <pc:docMk/>
            <pc:sldMk cId="0" sldId="261"/>
            <ac:spMk id="940" creationId="{00000000-0000-0000-0000-000000000000}"/>
          </ac:spMkLst>
        </pc:spChg>
        <pc:spChg chg="mod">
          <ac:chgData name="Tej Acharya" userId="1cf7e5931d232eaf" providerId="LiveId" clId="{46E55186-FC47-438D-8FF2-3CFF6761B94B}" dt="2023-12-04T18:23:02.251" v="948" actId="20577"/>
          <ac:spMkLst>
            <pc:docMk/>
            <pc:sldMk cId="0" sldId="261"/>
            <ac:spMk id="941" creationId="{00000000-0000-0000-0000-000000000000}"/>
          </ac:spMkLst>
        </pc:spChg>
      </pc:sldChg>
      <pc:sldChg chg="del">
        <pc:chgData name="Tej Acharya" userId="1cf7e5931d232eaf" providerId="LiveId" clId="{46E55186-FC47-438D-8FF2-3CFF6761B94B}" dt="2023-12-04T20:33:29.574" v="3649" actId="47"/>
        <pc:sldMkLst>
          <pc:docMk/>
          <pc:sldMk cId="0" sldId="262"/>
        </pc:sldMkLst>
      </pc:sldChg>
      <pc:sldChg chg="del">
        <pc:chgData name="Tej Acharya" userId="1cf7e5931d232eaf" providerId="LiveId" clId="{46E55186-FC47-438D-8FF2-3CFF6761B94B}" dt="2023-12-04T20:33:28.994" v="3648" actId="47"/>
        <pc:sldMkLst>
          <pc:docMk/>
          <pc:sldMk cId="0" sldId="263"/>
        </pc:sldMkLst>
      </pc:sldChg>
      <pc:sldChg chg="del">
        <pc:chgData name="Tej Acharya" userId="1cf7e5931d232eaf" providerId="LiveId" clId="{46E55186-FC47-438D-8FF2-3CFF6761B94B}" dt="2023-12-04T20:33:28.680" v="3647" actId="47"/>
        <pc:sldMkLst>
          <pc:docMk/>
          <pc:sldMk cId="0" sldId="264"/>
        </pc:sldMkLst>
      </pc:sldChg>
      <pc:sldChg chg="del">
        <pc:chgData name="Tej Acharya" userId="1cf7e5931d232eaf" providerId="LiveId" clId="{46E55186-FC47-438D-8FF2-3CFF6761B94B}" dt="2023-12-04T20:33:28.100" v="3646" actId="47"/>
        <pc:sldMkLst>
          <pc:docMk/>
          <pc:sldMk cId="0" sldId="265"/>
        </pc:sldMkLst>
      </pc:sldChg>
      <pc:sldChg chg="del">
        <pc:chgData name="Tej Acharya" userId="1cf7e5931d232eaf" providerId="LiveId" clId="{46E55186-FC47-438D-8FF2-3CFF6761B94B}" dt="2023-12-04T20:33:27.896" v="3645" actId="47"/>
        <pc:sldMkLst>
          <pc:docMk/>
          <pc:sldMk cId="0" sldId="266"/>
        </pc:sldMkLst>
      </pc:sldChg>
      <pc:sldChg chg="del">
        <pc:chgData name="Tej Acharya" userId="1cf7e5931d232eaf" providerId="LiveId" clId="{46E55186-FC47-438D-8FF2-3CFF6761B94B}" dt="2023-12-04T20:33:27.363" v="3644" actId="47"/>
        <pc:sldMkLst>
          <pc:docMk/>
          <pc:sldMk cId="0" sldId="267"/>
        </pc:sldMkLst>
      </pc:sldChg>
      <pc:sldChg chg="del">
        <pc:chgData name="Tej Acharya" userId="1cf7e5931d232eaf" providerId="LiveId" clId="{46E55186-FC47-438D-8FF2-3CFF6761B94B}" dt="2023-12-04T20:33:27.143" v="3643" actId="47"/>
        <pc:sldMkLst>
          <pc:docMk/>
          <pc:sldMk cId="0" sldId="268"/>
        </pc:sldMkLst>
      </pc:sldChg>
      <pc:sldChg chg="del">
        <pc:chgData name="Tej Acharya" userId="1cf7e5931d232eaf" providerId="LiveId" clId="{46E55186-FC47-438D-8FF2-3CFF6761B94B}" dt="2023-12-04T20:33:26.924" v="3642" actId="47"/>
        <pc:sldMkLst>
          <pc:docMk/>
          <pc:sldMk cId="0" sldId="269"/>
        </pc:sldMkLst>
      </pc:sldChg>
      <pc:sldChg chg="del">
        <pc:chgData name="Tej Acharya" userId="1cf7e5931d232eaf" providerId="LiveId" clId="{46E55186-FC47-438D-8FF2-3CFF6761B94B}" dt="2023-12-04T20:33:26.736" v="3641" actId="47"/>
        <pc:sldMkLst>
          <pc:docMk/>
          <pc:sldMk cId="0" sldId="270"/>
        </pc:sldMkLst>
      </pc:sldChg>
      <pc:sldChg chg="del">
        <pc:chgData name="Tej Acharya" userId="1cf7e5931d232eaf" providerId="LiveId" clId="{46E55186-FC47-438D-8FF2-3CFF6761B94B}" dt="2023-12-04T20:33:26.296" v="3640" actId="47"/>
        <pc:sldMkLst>
          <pc:docMk/>
          <pc:sldMk cId="0" sldId="271"/>
        </pc:sldMkLst>
      </pc:sldChg>
      <pc:sldChg chg="del">
        <pc:chgData name="Tej Acharya" userId="1cf7e5931d232eaf" providerId="LiveId" clId="{46E55186-FC47-438D-8FF2-3CFF6761B94B}" dt="2023-12-04T20:33:26.108" v="3639" actId="47"/>
        <pc:sldMkLst>
          <pc:docMk/>
          <pc:sldMk cId="0" sldId="272"/>
        </pc:sldMkLst>
      </pc:sldChg>
      <pc:sldChg chg="del">
        <pc:chgData name="Tej Acharya" userId="1cf7e5931d232eaf" providerId="LiveId" clId="{46E55186-FC47-438D-8FF2-3CFF6761B94B}" dt="2023-12-04T20:33:25.903" v="3638" actId="47"/>
        <pc:sldMkLst>
          <pc:docMk/>
          <pc:sldMk cId="0" sldId="273"/>
        </pc:sldMkLst>
      </pc:sldChg>
      <pc:sldChg chg="del">
        <pc:chgData name="Tej Acharya" userId="1cf7e5931d232eaf" providerId="LiveId" clId="{46E55186-FC47-438D-8FF2-3CFF6761B94B}" dt="2023-12-04T20:33:25.731" v="3637" actId="47"/>
        <pc:sldMkLst>
          <pc:docMk/>
          <pc:sldMk cId="0" sldId="274"/>
        </pc:sldMkLst>
      </pc:sldChg>
      <pc:sldChg chg="del">
        <pc:chgData name="Tej Acharya" userId="1cf7e5931d232eaf" providerId="LiveId" clId="{46E55186-FC47-438D-8FF2-3CFF6761B94B}" dt="2023-12-04T20:33:25.558" v="3636" actId="47"/>
        <pc:sldMkLst>
          <pc:docMk/>
          <pc:sldMk cId="0" sldId="275"/>
        </pc:sldMkLst>
      </pc:sldChg>
      <pc:sldChg chg="del">
        <pc:chgData name="Tej Acharya" userId="1cf7e5931d232eaf" providerId="LiveId" clId="{46E55186-FC47-438D-8FF2-3CFF6761B94B}" dt="2023-12-04T20:33:25.401" v="3635" actId="47"/>
        <pc:sldMkLst>
          <pc:docMk/>
          <pc:sldMk cId="0" sldId="276"/>
        </pc:sldMkLst>
      </pc:sldChg>
      <pc:sldChg chg="del">
        <pc:chgData name="Tej Acharya" userId="1cf7e5931d232eaf" providerId="LiveId" clId="{46E55186-FC47-438D-8FF2-3CFF6761B94B}" dt="2023-12-04T20:33:25.213" v="3634" actId="47"/>
        <pc:sldMkLst>
          <pc:docMk/>
          <pc:sldMk cId="0" sldId="277"/>
        </pc:sldMkLst>
      </pc:sldChg>
      <pc:sldChg chg="del">
        <pc:chgData name="Tej Acharya" userId="1cf7e5931d232eaf" providerId="LiveId" clId="{46E55186-FC47-438D-8FF2-3CFF6761B94B}" dt="2023-12-04T20:33:25.047" v="3633" actId="47"/>
        <pc:sldMkLst>
          <pc:docMk/>
          <pc:sldMk cId="0" sldId="278"/>
        </pc:sldMkLst>
      </pc:sldChg>
      <pc:sldChg chg="del">
        <pc:chgData name="Tej Acharya" userId="1cf7e5931d232eaf" providerId="LiveId" clId="{46E55186-FC47-438D-8FF2-3CFF6761B94B}" dt="2023-12-04T20:33:24.317" v="3632" actId="47"/>
        <pc:sldMkLst>
          <pc:docMk/>
          <pc:sldMk cId="0" sldId="279"/>
        </pc:sldMkLst>
      </pc:sldChg>
      <pc:sldChg chg="del">
        <pc:chgData name="Tej Acharya" userId="1cf7e5931d232eaf" providerId="LiveId" clId="{46E55186-FC47-438D-8FF2-3CFF6761B94B}" dt="2023-12-04T20:33:24.067" v="3631" actId="47"/>
        <pc:sldMkLst>
          <pc:docMk/>
          <pc:sldMk cId="0" sldId="280"/>
        </pc:sldMkLst>
      </pc:sldChg>
      <pc:sldChg chg="del">
        <pc:chgData name="Tej Acharya" userId="1cf7e5931d232eaf" providerId="LiveId" clId="{46E55186-FC47-438D-8FF2-3CFF6761B94B}" dt="2023-12-04T20:33:23.878" v="3630" actId="47"/>
        <pc:sldMkLst>
          <pc:docMk/>
          <pc:sldMk cId="0" sldId="281"/>
        </pc:sldMkLst>
      </pc:sldChg>
      <pc:sldChg chg="del">
        <pc:chgData name="Tej Acharya" userId="1cf7e5931d232eaf" providerId="LiveId" clId="{46E55186-FC47-438D-8FF2-3CFF6761B94B}" dt="2023-12-04T20:33:23.422" v="3629" actId="47"/>
        <pc:sldMkLst>
          <pc:docMk/>
          <pc:sldMk cId="0" sldId="282"/>
        </pc:sldMkLst>
      </pc:sldChg>
      <pc:sldChg chg="del">
        <pc:chgData name="Tej Acharya" userId="1cf7e5931d232eaf" providerId="LiveId" clId="{46E55186-FC47-438D-8FF2-3CFF6761B94B}" dt="2023-12-04T20:33:23.234" v="3628" actId="47"/>
        <pc:sldMkLst>
          <pc:docMk/>
          <pc:sldMk cId="0" sldId="283"/>
        </pc:sldMkLst>
      </pc:sldChg>
      <pc:sldChg chg="del">
        <pc:chgData name="Tej Acharya" userId="1cf7e5931d232eaf" providerId="LiveId" clId="{46E55186-FC47-438D-8FF2-3CFF6761B94B}" dt="2023-12-04T20:33:22.943" v="3627" actId="47"/>
        <pc:sldMkLst>
          <pc:docMk/>
          <pc:sldMk cId="0" sldId="284"/>
        </pc:sldMkLst>
      </pc:sldChg>
      <pc:sldChg chg="del">
        <pc:chgData name="Tej Acharya" userId="1cf7e5931d232eaf" providerId="LiveId" clId="{46E55186-FC47-438D-8FF2-3CFF6761B94B}" dt="2023-12-04T20:33:22.542" v="3626" actId="47"/>
        <pc:sldMkLst>
          <pc:docMk/>
          <pc:sldMk cId="0" sldId="285"/>
        </pc:sldMkLst>
      </pc:sldChg>
      <pc:sldChg chg="del">
        <pc:chgData name="Tej Acharya" userId="1cf7e5931d232eaf" providerId="LiveId" clId="{46E55186-FC47-438D-8FF2-3CFF6761B94B}" dt="2023-12-04T20:33:22.357" v="3625" actId="47"/>
        <pc:sldMkLst>
          <pc:docMk/>
          <pc:sldMk cId="0" sldId="286"/>
        </pc:sldMkLst>
      </pc:sldChg>
      <pc:sldChg chg="del">
        <pc:chgData name="Tej Acharya" userId="1cf7e5931d232eaf" providerId="LiveId" clId="{46E55186-FC47-438D-8FF2-3CFF6761B94B}" dt="2023-12-04T20:33:22.140" v="3624" actId="47"/>
        <pc:sldMkLst>
          <pc:docMk/>
          <pc:sldMk cId="0" sldId="287"/>
        </pc:sldMkLst>
      </pc:sldChg>
      <pc:sldChg chg="del">
        <pc:chgData name="Tej Acharya" userId="1cf7e5931d232eaf" providerId="LiveId" clId="{46E55186-FC47-438D-8FF2-3CFF6761B94B}" dt="2023-12-04T20:33:21.964" v="3623" actId="47"/>
        <pc:sldMkLst>
          <pc:docMk/>
          <pc:sldMk cId="0" sldId="288"/>
        </pc:sldMkLst>
      </pc:sldChg>
      <pc:sldChg chg="del">
        <pc:chgData name="Tej Acharya" userId="1cf7e5931d232eaf" providerId="LiveId" clId="{46E55186-FC47-438D-8FF2-3CFF6761B94B}" dt="2023-12-04T20:33:21.556" v="3622" actId="47"/>
        <pc:sldMkLst>
          <pc:docMk/>
          <pc:sldMk cId="0" sldId="289"/>
        </pc:sldMkLst>
      </pc:sldChg>
      <pc:sldChg chg="del">
        <pc:chgData name="Tej Acharya" userId="1cf7e5931d232eaf" providerId="LiveId" clId="{46E55186-FC47-438D-8FF2-3CFF6761B94B}" dt="2023-12-04T20:33:21.399" v="3621" actId="47"/>
        <pc:sldMkLst>
          <pc:docMk/>
          <pc:sldMk cId="0" sldId="290"/>
        </pc:sldMkLst>
      </pc:sldChg>
      <pc:sldChg chg="del">
        <pc:chgData name="Tej Acharya" userId="1cf7e5931d232eaf" providerId="LiveId" clId="{46E55186-FC47-438D-8FF2-3CFF6761B94B}" dt="2023-12-04T20:33:20.943" v="3620" actId="47"/>
        <pc:sldMkLst>
          <pc:docMk/>
          <pc:sldMk cId="0" sldId="291"/>
        </pc:sldMkLst>
      </pc:sldChg>
      <pc:sldChg chg="del">
        <pc:chgData name="Tej Acharya" userId="1cf7e5931d232eaf" providerId="LiveId" clId="{46E55186-FC47-438D-8FF2-3CFF6761B94B}" dt="2023-12-04T20:33:20.771" v="3619" actId="47"/>
        <pc:sldMkLst>
          <pc:docMk/>
          <pc:sldMk cId="0" sldId="292"/>
        </pc:sldMkLst>
      </pc:sldChg>
      <pc:sldChg chg="del">
        <pc:chgData name="Tej Acharya" userId="1cf7e5931d232eaf" providerId="LiveId" clId="{46E55186-FC47-438D-8FF2-3CFF6761B94B}" dt="2023-12-04T20:33:20.661" v="3618" actId="47"/>
        <pc:sldMkLst>
          <pc:docMk/>
          <pc:sldMk cId="0" sldId="293"/>
        </pc:sldMkLst>
      </pc:sldChg>
      <pc:sldChg chg="del">
        <pc:chgData name="Tej Acharya" userId="1cf7e5931d232eaf" providerId="LiveId" clId="{46E55186-FC47-438D-8FF2-3CFF6761B94B}" dt="2023-12-04T20:33:20.583" v="3617" actId="47"/>
        <pc:sldMkLst>
          <pc:docMk/>
          <pc:sldMk cId="0" sldId="294"/>
        </pc:sldMkLst>
      </pc:sldChg>
      <pc:sldChg chg="del">
        <pc:chgData name="Tej Acharya" userId="1cf7e5931d232eaf" providerId="LiveId" clId="{46E55186-FC47-438D-8FF2-3CFF6761B94B}" dt="2023-12-04T20:33:20.551" v="3616" actId="47"/>
        <pc:sldMkLst>
          <pc:docMk/>
          <pc:sldMk cId="0" sldId="295"/>
        </pc:sldMkLst>
      </pc:sldChg>
      <pc:sldChg chg="del">
        <pc:chgData name="Tej Acharya" userId="1cf7e5931d232eaf" providerId="LiveId" clId="{46E55186-FC47-438D-8FF2-3CFF6761B94B}" dt="2023-12-04T20:33:20.520" v="3615" actId="47"/>
        <pc:sldMkLst>
          <pc:docMk/>
          <pc:sldMk cId="0" sldId="296"/>
        </pc:sldMkLst>
      </pc:sldChg>
      <pc:sldChg chg="del">
        <pc:chgData name="Tej Acharya" userId="1cf7e5931d232eaf" providerId="LiveId" clId="{46E55186-FC47-438D-8FF2-3CFF6761B94B}" dt="2023-12-04T20:33:20.488" v="3614" actId="47"/>
        <pc:sldMkLst>
          <pc:docMk/>
          <pc:sldMk cId="0" sldId="297"/>
        </pc:sldMkLst>
      </pc:sldChg>
      <pc:sldChg chg="del">
        <pc:chgData name="Tej Acharya" userId="1cf7e5931d232eaf" providerId="LiveId" clId="{46E55186-FC47-438D-8FF2-3CFF6761B94B}" dt="2023-12-04T20:33:20.473" v="3613" actId="47"/>
        <pc:sldMkLst>
          <pc:docMk/>
          <pc:sldMk cId="0" sldId="298"/>
        </pc:sldMkLst>
      </pc:sldChg>
      <pc:sldChg chg="del">
        <pc:chgData name="Tej Acharya" userId="1cf7e5931d232eaf" providerId="LiveId" clId="{46E55186-FC47-438D-8FF2-3CFF6761B94B}" dt="2023-12-04T20:33:20.442" v="3612" actId="47"/>
        <pc:sldMkLst>
          <pc:docMk/>
          <pc:sldMk cId="0" sldId="299"/>
        </pc:sldMkLst>
      </pc:sldChg>
      <pc:sldChg chg="del">
        <pc:chgData name="Tej Acharya" userId="1cf7e5931d232eaf" providerId="LiveId" clId="{46E55186-FC47-438D-8FF2-3CFF6761B94B}" dt="2023-12-04T20:33:20.036" v="3611" actId="47"/>
        <pc:sldMkLst>
          <pc:docMk/>
          <pc:sldMk cId="0" sldId="300"/>
        </pc:sldMkLst>
      </pc:sldChg>
      <pc:sldChg chg="del">
        <pc:chgData name="Tej Acharya" userId="1cf7e5931d232eaf" providerId="LiveId" clId="{46E55186-FC47-438D-8FF2-3CFF6761B94B}" dt="2023-12-04T20:33:19.593" v="3610" actId="47"/>
        <pc:sldMkLst>
          <pc:docMk/>
          <pc:sldMk cId="0" sldId="301"/>
        </pc:sldMkLst>
      </pc:sldChg>
      <pc:sldChg chg="del">
        <pc:chgData name="Tej Acharya" userId="1cf7e5931d232eaf" providerId="LiveId" clId="{46E55186-FC47-438D-8FF2-3CFF6761B94B}" dt="2023-12-04T20:33:19.499" v="3609" actId="47"/>
        <pc:sldMkLst>
          <pc:docMk/>
          <pc:sldMk cId="0" sldId="302"/>
        </pc:sldMkLst>
      </pc:sldChg>
      <pc:sldChg chg="del">
        <pc:chgData name="Tej Acharya" userId="1cf7e5931d232eaf" providerId="LiveId" clId="{46E55186-FC47-438D-8FF2-3CFF6761B94B}" dt="2023-12-04T20:33:19.335" v="3608" actId="47"/>
        <pc:sldMkLst>
          <pc:docMk/>
          <pc:sldMk cId="0" sldId="303"/>
        </pc:sldMkLst>
      </pc:sldChg>
      <pc:sldChg chg="del">
        <pc:chgData name="Tej Acharya" userId="1cf7e5931d232eaf" providerId="LiveId" clId="{46E55186-FC47-438D-8FF2-3CFF6761B94B}" dt="2023-12-04T20:33:19.232" v="3607" actId="47"/>
        <pc:sldMkLst>
          <pc:docMk/>
          <pc:sldMk cId="0" sldId="304"/>
        </pc:sldMkLst>
      </pc:sldChg>
      <pc:sldChg chg="del">
        <pc:chgData name="Tej Acharya" userId="1cf7e5931d232eaf" providerId="LiveId" clId="{46E55186-FC47-438D-8FF2-3CFF6761B94B}" dt="2023-12-04T20:33:19.091" v="3606" actId="47"/>
        <pc:sldMkLst>
          <pc:docMk/>
          <pc:sldMk cId="0" sldId="305"/>
        </pc:sldMkLst>
      </pc:sldChg>
      <pc:sldChg chg="del">
        <pc:chgData name="Tej Acharya" userId="1cf7e5931d232eaf" providerId="LiveId" clId="{46E55186-FC47-438D-8FF2-3CFF6761B94B}" dt="2023-12-04T20:33:18.966" v="3605" actId="47"/>
        <pc:sldMkLst>
          <pc:docMk/>
          <pc:sldMk cId="0" sldId="306"/>
        </pc:sldMkLst>
      </pc:sldChg>
      <pc:sldChg chg="del">
        <pc:chgData name="Tej Acharya" userId="1cf7e5931d232eaf" providerId="LiveId" clId="{46E55186-FC47-438D-8FF2-3CFF6761B94B}" dt="2023-12-04T20:33:18.834" v="3604" actId="47"/>
        <pc:sldMkLst>
          <pc:docMk/>
          <pc:sldMk cId="0" sldId="307"/>
        </pc:sldMkLst>
      </pc:sldChg>
      <pc:sldChg chg="del">
        <pc:chgData name="Tej Acharya" userId="1cf7e5931d232eaf" providerId="LiveId" clId="{46E55186-FC47-438D-8FF2-3CFF6761B94B}" dt="2023-12-04T20:33:18.714" v="3603" actId="47"/>
        <pc:sldMkLst>
          <pc:docMk/>
          <pc:sldMk cId="0" sldId="308"/>
        </pc:sldMkLst>
      </pc:sldChg>
      <pc:sldChg chg="del">
        <pc:chgData name="Tej Acharya" userId="1cf7e5931d232eaf" providerId="LiveId" clId="{46E55186-FC47-438D-8FF2-3CFF6761B94B}" dt="2023-12-04T20:33:18.574" v="3602" actId="47"/>
        <pc:sldMkLst>
          <pc:docMk/>
          <pc:sldMk cId="0" sldId="309"/>
        </pc:sldMkLst>
      </pc:sldChg>
      <pc:sldChg chg="del">
        <pc:chgData name="Tej Acharya" userId="1cf7e5931d232eaf" providerId="LiveId" clId="{46E55186-FC47-438D-8FF2-3CFF6761B94B}" dt="2023-12-04T20:33:18.401" v="3601" actId="47"/>
        <pc:sldMkLst>
          <pc:docMk/>
          <pc:sldMk cId="0" sldId="310"/>
        </pc:sldMkLst>
      </pc:sldChg>
      <pc:sldChg chg="del">
        <pc:chgData name="Tej Acharya" userId="1cf7e5931d232eaf" providerId="LiveId" clId="{46E55186-FC47-438D-8FF2-3CFF6761B94B}" dt="2023-12-04T20:33:17.960" v="3600" actId="47"/>
        <pc:sldMkLst>
          <pc:docMk/>
          <pc:sldMk cId="0" sldId="311"/>
        </pc:sldMkLst>
      </pc:sldChg>
      <pc:sldChg chg="addSp modSp mod">
        <pc:chgData name="Tej Acharya" userId="1cf7e5931d232eaf" providerId="LiveId" clId="{46E55186-FC47-438D-8FF2-3CFF6761B94B}" dt="2023-12-04T16:43:15.464" v="214" actId="1076"/>
        <pc:sldMkLst>
          <pc:docMk/>
          <pc:sldMk cId="3293310940" sldId="312"/>
        </pc:sldMkLst>
        <pc:spChg chg="add mod">
          <ac:chgData name="Tej Acharya" userId="1cf7e5931d232eaf" providerId="LiveId" clId="{46E55186-FC47-438D-8FF2-3CFF6761B94B}" dt="2023-12-04T16:43:15.464" v="214" actId="1076"/>
          <ac:spMkLst>
            <pc:docMk/>
            <pc:sldMk cId="3293310940" sldId="312"/>
            <ac:spMk id="2" creationId="{A1953348-720E-33D3-06B5-DA93049102DD}"/>
          </ac:spMkLst>
        </pc:spChg>
        <pc:spChg chg="add mod">
          <ac:chgData name="Tej Acharya" userId="1cf7e5931d232eaf" providerId="LiveId" clId="{46E55186-FC47-438D-8FF2-3CFF6761B94B}" dt="2023-12-04T16:42:43.341" v="210" actId="113"/>
          <ac:spMkLst>
            <pc:docMk/>
            <pc:sldMk cId="3293310940" sldId="312"/>
            <ac:spMk id="3" creationId="{265694D6-6EA6-B9F4-1DA9-7EBA85FF2D17}"/>
          </ac:spMkLst>
        </pc:spChg>
        <pc:spChg chg="add mod">
          <ac:chgData name="Tej Acharya" userId="1cf7e5931d232eaf" providerId="LiveId" clId="{46E55186-FC47-438D-8FF2-3CFF6761B94B}" dt="2023-12-04T16:43:08.254" v="213" actId="1076"/>
          <ac:spMkLst>
            <pc:docMk/>
            <pc:sldMk cId="3293310940" sldId="312"/>
            <ac:spMk id="4" creationId="{B08408AD-006E-0FAC-156A-94C5AC6AD5A3}"/>
          </ac:spMkLst>
        </pc:spChg>
        <pc:spChg chg="mod">
          <ac:chgData name="Tej Acharya" userId="1cf7e5931d232eaf" providerId="LiveId" clId="{46E55186-FC47-438D-8FF2-3CFF6761B94B}" dt="2023-12-04T16:42:32.410" v="209" actId="1076"/>
          <ac:spMkLst>
            <pc:docMk/>
            <pc:sldMk cId="3293310940" sldId="312"/>
            <ac:spMk id="759" creationId="{00000000-0000-0000-0000-000000000000}"/>
          </ac:spMkLst>
        </pc:spChg>
      </pc:sldChg>
      <pc:sldChg chg="addSp delSp modSp add mod">
        <pc:chgData name="Tej Acharya" userId="1cf7e5931d232eaf" providerId="LiveId" clId="{46E55186-FC47-438D-8FF2-3CFF6761B94B}" dt="2023-12-04T18:23:53.147" v="951" actId="113"/>
        <pc:sldMkLst>
          <pc:docMk/>
          <pc:sldMk cId="1639650750" sldId="313"/>
        </pc:sldMkLst>
        <pc:spChg chg="add del">
          <ac:chgData name="Tej Acharya" userId="1cf7e5931d232eaf" providerId="LiveId" clId="{46E55186-FC47-438D-8FF2-3CFF6761B94B}" dt="2023-12-04T18:20:10.495" v="878"/>
          <ac:spMkLst>
            <pc:docMk/>
            <pc:sldMk cId="1639650750" sldId="313"/>
            <ac:spMk id="2" creationId="{0F317AFB-D709-C90B-DD0C-CE32D993D10D}"/>
          </ac:spMkLst>
        </pc:spChg>
        <pc:spChg chg="add del">
          <ac:chgData name="Tej Acharya" userId="1cf7e5931d232eaf" providerId="LiveId" clId="{46E55186-FC47-438D-8FF2-3CFF6761B94B}" dt="2023-12-04T18:20:15.043" v="880"/>
          <ac:spMkLst>
            <pc:docMk/>
            <pc:sldMk cId="1639650750" sldId="313"/>
            <ac:spMk id="3" creationId="{0C9B1A1F-6EA9-57E6-C2AB-31BC672D0D29}"/>
          </ac:spMkLst>
        </pc:spChg>
        <pc:spChg chg="add del">
          <ac:chgData name="Tej Acharya" userId="1cf7e5931d232eaf" providerId="LiveId" clId="{46E55186-FC47-438D-8FF2-3CFF6761B94B}" dt="2023-12-04T18:20:30.695" v="882"/>
          <ac:spMkLst>
            <pc:docMk/>
            <pc:sldMk cId="1639650750" sldId="313"/>
            <ac:spMk id="4" creationId="{B09AD32E-55B5-65D5-E9F3-A4C882505A49}"/>
          </ac:spMkLst>
        </pc:spChg>
        <pc:spChg chg="mod">
          <ac:chgData name="Tej Acharya" userId="1cf7e5931d232eaf" providerId="LiveId" clId="{46E55186-FC47-438D-8FF2-3CFF6761B94B}" dt="2023-12-04T18:23:53.147" v="951" actId="113"/>
          <ac:spMkLst>
            <pc:docMk/>
            <pc:sldMk cId="1639650750" sldId="313"/>
            <ac:spMk id="939" creationId="{00000000-0000-0000-0000-000000000000}"/>
          </ac:spMkLst>
        </pc:spChg>
        <pc:spChg chg="mod">
          <ac:chgData name="Tej Acharya" userId="1cf7e5931d232eaf" providerId="LiveId" clId="{46E55186-FC47-438D-8FF2-3CFF6761B94B}" dt="2023-12-04T18:21:17.574" v="891" actId="12"/>
          <ac:spMkLst>
            <pc:docMk/>
            <pc:sldMk cId="1639650750" sldId="313"/>
            <ac:spMk id="941" creationId="{00000000-0000-0000-0000-000000000000}"/>
          </ac:spMkLst>
        </pc:spChg>
      </pc:sldChg>
      <pc:sldChg chg="addSp delSp modSp add mod">
        <pc:chgData name="Tej Acharya" userId="1cf7e5931d232eaf" providerId="LiveId" clId="{46E55186-FC47-438D-8FF2-3CFF6761B94B}" dt="2023-12-04T18:29:46.115" v="1252" actId="20577"/>
        <pc:sldMkLst>
          <pc:docMk/>
          <pc:sldMk cId="906811703" sldId="314"/>
        </pc:sldMkLst>
        <pc:spChg chg="add del mod">
          <ac:chgData name="Tej Acharya" userId="1cf7e5931d232eaf" providerId="LiveId" clId="{46E55186-FC47-438D-8FF2-3CFF6761B94B}" dt="2023-12-04T18:28:43.797" v="1197"/>
          <ac:spMkLst>
            <pc:docMk/>
            <pc:sldMk cId="906811703" sldId="314"/>
            <ac:spMk id="2" creationId="{FCE88736-9B86-3F54-98CB-A10D47FA3258}"/>
          </ac:spMkLst>
        </pc:spChg>
        <pc:spChg chg="mod">
          <ac:chgData name="Tej Acharya" userId="1cf7e5931d232eaf" providerId="LiveId" clId="{46E55186-FC47-438D-8FF2-3CFF6761B94B}" dt="2023-12-04T18:24:18.084" v="953" actId="20577"/>
          <ac:spMkLst>
            <pc:docMk/>
            <pc:sldMk cId="906811703" sldId="314"/>
            <ac:spMk id="939" creationId="{00000000-0000-0000-0000-000000000000}"/>
          </ac:spMkLst>
        </pc:spChg>
        <pc:spChg chg="add del mod">
          <ac:chgData name="Tej Acharya" userId="1cf7e5931d232eaf" providerId="LiveId" clId="{46E55186-FC47-438D-8FF2-3CFF6761B94B}" dt="2023-12-04T18:29:46.115" v="1252" actId="20577"/>
          <ac:spMkLst>
            <pc:docMk/>
            <pc:sldMk cId="906811703" sldId="314"/>
            <ac:spMk id="941" creationId="{00000000-0000-0000-0000-000000000000}"/>
          </ac:spMkLst>
        </pc:spChg>
      </pc:sldChg>
      <pc:sldChg chg="addSp delSp modSp add del mod">
        <pc:chgData name="Tej Acharya" userId="1cf7e5931d232eaf" providerId="LiveId" clId="{46E55186-FC47-438D-8FF2-3CFF6761B94B}" dt="2023-12-04T18:52:12.555" v="1829" actId="47"/>
        <pc:sldMkLst>
          <pc:docMk/>
          <pc:sldMk cId="2430998017" sldId="315"/>
        </pc:sldMkLst>
        <pc:spChg chg="add mod">
          <ac:chgData name="Tej Acharya" userId="1cf7e5931d232eaf" providerId="LiveId" clId="{46E55186-FC47-438D-8FF2-3CFF6761B94B}" dt="2023-12-04T18:32:17.274" v="1277" actId="1076"/>
          <ac:spMkLst>
            <pc:docMk/>
            <pc:sldMk cId="2430998017" sldId="315"/>
            <ac:spMk id="2" creationId="{88FDA2D5-7887-69D9-F1AC-E438FDA7F148}"/>
          </ac:spMkLst>
        </pc:spChg>
        <pc:spChg chg="add mod">
          <ac:chgData name="Tej Acharya" userId="1cf7e5931d232eaf" providerId="LiveId" clId="{46E55186-FC47-438D-8FF2-3CFF6761B94B}" dt="2023-12-04T18:43:08.960" v="1678" actId="1076"/>
          <ac:spMkLst>
            <pc:docMk/>
            <pc:sldMk cId="2430998017" sldId="315"/>
            <ac:spMk id="3" creationId="{72764A74-3F0D-30FD-F3BE-C97A29592D10}"/>
          </ac:spMkLst>
        </pc:spChg>
        <pc:spChg chg="mod">
          <ac:chgData name="Tej Acharya" userId="1cf7e5931d232eaf" providerId="LiveId" clId="{46E55186-FC47-438D-8FF2-3CFF6761B94B}" dt="2023-12-04T18:41:29.901" v="1638" actId="255"/>
          <ac:spMkLst>
            <pc:docMk/>
            <pc:sldMk cId="2430998017" sldId="315"/>
            <ac:spMk id="939" creationId="{00000000-0000-0000-0000-000000000000}"/>
          </ac:spMkLst>
        </pc:spChg>
        <pc:spChg chg="del mod">
          <ac:chgData name="Tej Acharya" userId="1cf7e5931d232eaf" providerId="LiveId" clId="{46E55186-FC47-438D-8FF2-3CFF6761B94B}" dt="2023-12-04T18:31:17.230" v="1262" actId="478"/>
          <ac:spMkLst>
            <pc:docMk/>
            <pc:sldMk cId="2430998017" sldId="315"/>
            <ac:spMk id="941" creationId="{00000000-0000-0000-0000-000000000000}"/>
          </ac:spMkLst>
        </pc:spChg>
        <pc:picChg chg="add del">
          <ac:chgData name="Tej Acharya" userId="1cf7e5931d232eaf" providerId="LiveId" clId="{46E55186-FC47-438D-8FF2-3CFF6761B94B}" dt="2023-12-04T18:31:17.230" v="1262" actId="478"/>
          <ac:picMkLst>
            <pc:docMk/>
            <pc:sldMk cId="2430998017" sldId="315"/>
            <ac:picMk id="3074" creationId="{AB39415C-1D6C-86AA-1AE2-571038F3AED5}"/>
          </ac:picMkLst>
        </pc:picChg>
        <pc:picChg chg="add del mod">
          <ac:chgData name="Tej Acharya" userId="1cf7e5931d232eaf" providerId="LiveId" clId="{46E55186-FC47-438D-8FF2-3CFF6761B94B}" dt="2023-12-04T18:31:31.906" v="1270"/>
          <ac:picMkLst>
            <pc:docMk/>
            <pc:sldMk cId="2430998017" sldId="315"/>
            <ac:picMk id="3076" creationId="{725D390E-ECD9-2C14-AB33-70A0E0EE8F9D}"/>
          </ac:picMkLst>
        </pc:picChg>
        <pc:picChg chg="add mod">
          <ac:chgData name="Tej Acharya" userId="1cf7e5931d232eaf" providerId="LiveId" clId="{46E55186-FC47-438D-8FF2-3CFF6761B94B}" dt="2023-12-04T18:41:33.949" v="1639" actId="1076"/>
          <ac:picMkLst>
            <pc:docMk/>
            <pc:sldMk cId="2430998017" sldId="315"/>
            <ac:picMk id="3078" creationId="{3D980C48-A8D6-31BD-DD30-088201BFF953}"/>
          </ac:picMkLst>
        </pc:picChg>
      </pc:sldChg>
      <pc:sldChg chg="addSp delSp modSp add mod">
        <pc:chgData name="Tej Acharya" userId="1cf7e5931d232eaf" providerId="LiveId" clId="{46E55186-FC47-438D-8FF2-3CFF6761B94B}" dt="2023-12-04T19:40:11.193" v="2559" actId="1076"/>
        <pc:sldMkLst>
          <pc:docMk/>
          <pc:sldMk cId="1913526213" sldId="316"/>
        </pc:sldMkLst>
        <pc:spChg chg="mod">
          <ac:chgData name="Tej Acharya" userId="1cf7e5931d232eaf" providerId="LiveId" clId="{46E55186-FC47-438D-8FF2-3CFF6761B94B}" dt="2023-12-04T19:40:11.193" v="2559" actId="1076"/>
          <ac:spMkLst>
            <pc:docMk/>
            <pc:sldMk cId="1913526213" sldId="316"/>
            <ac:spMk id="2" creationId="{88FDA2D5-7887-69D9-F1AC-E438FDA7F148}"/>
          </ac:spMkLst>
        </pc:spChg>
        <pc:spChg chg="mod">
          <ac:chgData name="Tej Acharya" userId="1cf7e5931d232eaf" providerId="LiveId" clId="{46E55186-FC47-438D-8FF2-3CFF6761B94B}" dt="2023-12-04T18:52:32.186" v="1836" actId="5793"/>
          <ac:spMkLst>
            <pc:docMk/>
            <pc:sldMk cId="1913526213" sldId="316"/>
            <ac:spMk id="3" creationId="{72764A74-3F0D-30FD-F3BE-C97A29592D10}"/>
          </ac:spMkLst>
        </pc:spChg>
        <pc:picChg chg="del">
          <ac:chgData name="Tej Acharya" userId="1cf7e5931d232eaf" providerId="LiveId" clId="{46E55186-FC47-438D-8FF2-3CFF6761B94B}" dt="2023-12-04T19:39:55.104" v="2556" actId="478"/>
          <ac:picMkLst>
            <pc:docMk/>
            <pc:sldMk cId="1913526213" sldId="316"/>
            <ac:picMk id="3078" creationId="{3D980C48-A8D6-31BD-DD30-088201BFF953}"/>
          </ac:picMkLst>
        </pc:picChg>
        <pc:picChg chg="add mod">
          <ac:chgData name="Tej Acharya" userId="1cf7e5931d232eaf" providerId="LiveId" clId="{46E55186-FC47-438D-8FF2-3CFF6761B94B}" dt="2023-12-04T19:40:11.193" v="2559" actId="1076"/>
          <ac:picMkLst>
            <pc:docMk/>
            <pc:sldMk cId="1913526213" sldId="316"/>
            <ac:picMk id="6146" creationId="{C7F192BE-2E38-CBAB-9197-BEED89DBC70B}"/>
          </ac:picMkLst>
        </pc:picChg>
      </pc:sldChg>
      <pc:sldChg chg="addSp delSp modSp add mod">
        <pc:chgData name="Tej Acharya" userId="1cf7e5931d232eaf" providerId="LiveId" clId="{46E55186-FC47-438D-8FF2-3CFF6761B94B}" dt="2023-12-04T19:41:07.190" v="2579" actId="20577"/>
        <pc:sldMkLst>
          <pc:docMk/>
          <pc:sldMk cId="1779315600" sldId="317"/>
        </pc:sldMkLst>
        <pc:spChg chg="mod">
          <ac:chgData name="Tej Acharya" userId="1cf7e5931d232eaf" providerId="LiveId" clId="{46E55186-FC47-438D-8FF2-3CFF6761B94B}" dt="2023-12-04T19:40:53.670" v="2563" actId="1076"/>
          <ac:spMkLst>
            <pc:docMk/>
            <pc:sldMk cId="1779315600" sldId="317"/>
            <ac:spMk id="2" creationId="{88FDA2D5-7887-69D9-F1AC-E438FDA7F148}"/>
          </ac:spMkLst>
        </pc:spChg>
        <pc:spChg chg="mod">
          <ac:chgData name="Tej Acharya" userId="1cf7e5931d232eaf" providerId="LiveId" clId="{46E55186-FC47-438D-8FF2-3CFF6761B94B}" dt="2023-12-04T19:41:07.190" v="2579" actId="20577"/>
          <ac:spMkLst>
            <pc:docMk/>
            <pc:sldMk cId="1779315600" sldId="317"/>
            <ac:spMk id="3" creationId="{72764A74-3F0D-30FD-F3BE-C97A29592D10}"/>
          </ac:spMkLst>
        </pc:spChg>
        <pc:spChg chg="mod">
          <ac:chgData name="Tej Acharya" userId="1cf7e5931d232eaf" providerId="LiveId" clId="{46E55186-FC47-438D-8FF2-3CFF6761B94B}" dt="2023-12-04T18:46:55.501" v="1809" actId="20577"/>
          <ac:spMkLst>
            <pc:docMk/>
            <pc:sldMk cId="1779315600" sldId="317"/>
            <ac:spMk id="939" creationId="{00000000-0000-0000-0000-000000000000}"/>
          </ac:spMkLst>
        </pc:spChg>
        <pc:picChg chg="del">
          <ac:chgData name="Tej Acharya" userId="1cf7e5931d232eaf" providerId="LiveId" clId="{46E55186-FC47-438D-8FF2-3CFF6761B94B}" dt="2023-12-04T18:49:35.519" v="1811" actId="478"/>
          <ac:picMkLst>
            <pc:docMk/>
            <pc:sldMk cId="1779315600" sldId="317"/>
            <ac:picMk id="3078" creationId="{3D980C48-A8D6-31BD-DD30-088201BFF953}"/>
          </ac:picMkLst>
        </pc:picChg>
        <pc:picChg chg="add del mod">
          <ac:chgData name="Tej Acharya" userId="1cf7e5931d232eaf" providerId="LiveId" clId="{46E55186-FC47-438D-8FF2-3CFF6761B94B}" dt="2023-12-04T19:40:28.881" v="2560" actId="478"/>
          <ac:picMkLst>
            <pc:docMk/>
            <pc:sldMk cId="1779315600" sldId="317"/>
            <ac:picMk id="4098" creationId="{838FFAA6-FE55-C532-E797-011B93B5B75A}"/>
          </ac:picMkLst>
        </pc:picChg>
        <pc:picChg chg="add mod">
          <ac:chgData name="Tej Acharya" userId="1cf7e5931d232eaf" providerId="LiveId" clId="{46E55186-FC47-438D-8FF2-3CFF6761B94B}" dt="2023-12-04T19:40:53.670" v="2563" actId="1076"/>
          <ac:picMkLst>
            <pc:docMk/>
            <pc:sldMk cId="1779315600" sldId="317"/>
            <ac:picMk id="4100" creationId="{EC23A4DD-7434-4708-2B84-F82FAEB0836C}"/>
          </ac:picMkLst>
        </pc:picChg>
      </pc:sldChg>
      <pc:sldChg chg="addSp delSp modSp add mod">
        <pc:chgData name="Tej Acharya" userId="1cf7e5931d232eaf" providerId="LiveId" clId="{46E55186-FC47-438D-8FF2-3CFF6761B94B}" dt="2023-12-04T19:42:20.274" v="2596" actId="1076"/>
        <pc:sldMkLst>
          <pc:docMk/>
          <pc:sldMk cId="251283102" sldId="318"/>
        </pc:sldMkLst>
        <pc:spChg chg="mod">
          <ac:chgData name="Tej Acharya" userId="1cf7e5931d232eaf" providerId="LiveId" clId="{46E55186-FC47-438D-8FF2-3CFF6761B94B}" dt="2023-12-04T18:54:37.216" v="1902" actId="1076"/>
          <ac:spMkLst>
            <pc:docMk/>
            <pc:sldMk cId="251283102" sldId="318"/>
            <ac:spMk id="2" creationId="{88FDA2D5-7887-69D9-F1AC-E438FDA7F148}"/>
          </ac:spMkLst>
        </pc:spChg>
        <pc:spChg chg="mod">
          <ac:chgData name="Tej Acharya" userId="1cf7e5931d232eaf" providerId="LiveId" clId="{46E55186-FC47-438D-8FF2-3CFF6761B94B}" dt="2023-12-04T18:57:25.756" v="2023" actId="1076"/>
          <ac:spMkLst>
            <pc:docMk/>
            <pc:sldMk cId="251283102" sldId="318"/>
            <ac:spMk id="3" creationId="{72764A74-3F0D-30FD-F3BE-C97A29592D10}"/>
          </ac:spMkLst>
        </pc:spChg>
        <pc:spChg chg="add mod">
          <ac:chgData name="Tej Acharya" userId="1cf7e5931d232eaf" providerId="LiveId" clId="{46E55186-FC47-438D-8FF2-3CFF6761B94B}" dt="2023-12-04T19:41:59.173" v="2593" actId="1076"/>
          <ac:spMkLst>
            <pc:docMk/>
            <pc:sldMk cId="251283102" sldId="318"/>
            <ac:spMk id="4" creationId="{FB12B9FE-AA10-66D3-D8CC-1BB555654998}"/>
          </ac:spMkLst>
        </pc:spChg>
        <pc:spChg chg="mod">
          <ac:chgData name="Tej Acharya" userId="1cf7e5931d232eaf" providerId="LiveId" clId="{46E55186-FC47-438D-8FF2-3CFF6761B94B}" dt="2023-12-04T18:54:21.759" v="1897" actId="14100"/>
          <ac:spMkLst>
            <pc:docMk/>
            <pc:sldMk cId="251283102" sldId="318"/>
            <ac:spMk id="939" creationId="{00000000-0000-0000-0000-000000000000}"/>
          </ac:spMkLst>
        </pc:spChg>
        <pc:picChg chg="add del">
          <ac:chgData name="Tej Acharya" userId="1cf7e5931d232eaf" providerId="LiveId" clId="{46E55186-FC47-438D-8FF2-3CFF6761B94B}" dt="2023-12-04T18:54:16.223" v="1894" actId="478"/>
          <ac:picMkLst>
            <pc:docMk/>
            <pc:sldMk cId="251283102" sldId="318"/>
            <ac:picMk id="4098" creationId="{838FFAA6-FE55-C532-E797-011B93B5B75A}"/>
          </ac:picMkLst>
        </pc:picChg>
        <pc:picChg chg="add del">
          <ac:chgData name="Tej Acharya" userId="1cf7e5931d232eaf" providerId="LiveId" clId="{46E55186-FC47-438D-8FF2-3CFF6761B94B}" dt="2023-12-04T18:54:11.630" v="1893"/>
          <ac:picMkLst>
            <pc:docMk/>
            <pc:sldMk cId="251283102" sldId="318"/>
            <ac:picMk id="5122" creationId="{572EE78F-56F0-FC75-861A-B65FA76CC878}"/>
          </ac:picMkLst>
        </pc:picChg>
        <pc:picChg chg="add del mod">
          <ac:chgData name="Tej Acharya" userId="1cf7e5931d232eaf" providerId="LiveId" clId="{46E55186-FC47-438D-8FF2-3CFF6761B94B}" dt="2023-12-04T18:54:23.069" v="1898"/>
          <ac:picMkLst>
            <pc:docMk/>
            <pc:sldMk cId="251283102" sldId="318"/>
            <ac:picMk id="5124" creationId="{F2417515-0B8C-7D49-9C2B-592E5D9350B7}"/>
          </ac:picMkLst>
        </pc:picChg>
        <pc:picChg chg="add del mod">
          <ac:chgData name="Tej Acharya" userId="1cf7e5931d232eaf" providerId="LiveId" clId="{46E55186-FC47-438D-8FF2-3CFF6761B94B}" dt="2023-12-04T19:41:12.021" v="2580" actId="478"/>
          <ac:picMkLst>
            <pc:docMk/>
            <pc:sldMk cId="251283102" sldId="318"/>
            <ac:picMk id="5126" creationId="{05F09C95-6583-6928-42F0-693F19062BB8}"/>
          </ac:picMkLst>
        </pc:picChg>
        <pc:picChg chg="add del">
          <ac:chgData name="Tej Acharya" userId="1cf7e5931d232eaf" providerId="LiveId" clId="{46E55186-FC47-438D-8FF2-3CFF6761B94B}" dt="2023-12-04T19:41:27.674" v="2582"/>
          <ac:picMkLst>
            <pc:docMk/>
            <pc:sldMk cId="251283102" sldId="318"/>
            <ac:picMk id="5128" creationId="{B0523D84-24E3-89AE-C950-5340F8F859FB}"/>
          </ac:picMkLst>
        </pc:picChg>
        <pc:picChg chg="add del">
          <ac:chgData name="Tej Acharya" userId="1cf7e5931d232eaf" providerId="LiveId" clId="{46E55186-FC47-438D-8FF2-3CFF6761B94B}" dt="2023-12-04T19:41:33.497" v="2584"/>
          <ac:picMkLst>
            <pc:docMk/>
            <pc:sldMk cId="251283102" sldId="318"/>
            <ac:picMk id="5130" creationId="{DF42AF5E-5050-F262-26B2-987C5C8ED64A}"/>
          </ac:picMkLst>
        </pc:picChg>
        <pc:picChg chg="add mod">
          <ac:chgData name="Tej Acharya" userId="1cf7e5931d232eaf" providerId="LiveId" clId="{46E55186-FC47-438D-8FF2-3CFF6761B94B}" dt="2023-12-04T19:42:20.274" v="2596" actId="1076"/>
          <ac:picMkLst>
            <pc:docMk/>
            <pc:sldMk cId="251283102" sldId="318"/>
            <ac:picMk id="5132" creationId="{383ED3C3-39C0-29BD-B675-DECFE7AA81EB}"/>
          </ac:picMkLst>
        </pc:picChg>
      </pc:sldChg>
      <pc:sldChg chg="delSp modSp add mod">
        <pc:chgData name="Tej Acharya" userId="1cf7e5931d232eaf" providerId="LiveId" clId="{46E55186-FC47-438D-8FF2-3CFF6761B94B}" dt="2023-12-04T19:13:23.535" v="2252" actId="1076"/>
        <pc:sldMkLst>
          <pc:docMk/>
          <pc:sldMk cId="3745064040" sldId="319"/>
        </pc:sldMkLst>
        <pc:spChg chg="mod">
          <ac:chgData name="Tej Acharya" userId="1cf7e5931d232eaf" providerId="LiveId" clId="{46E55186-FC47-438D-8FF2-3CFF6761B94B}" dt="2023-12-04T19:13:23.535" v="2252" actId="1076"/>
          <ac:spMkLst>
            <pc:docMk/>
            <pc:sldMk cId="3745064040" sldId="319"/>
            <ac:spMk id="3" creationId="{72764A74-3F0D-30FD-F3BE-C97A29592D10}"/>
          </ac:spMkLst>
        </pc:spChg>
        <pc:spChg chg="mod">
          <ac:chgData name="Tej Acharya" userId="1cf7e5931d232eaf" providerId="LiveId" clId="{46E55186-FC47-438D-8FF2-3CFF6761B94B}" dt="2023-12-04T19:02:18.558" v="2036"/>
          <ac:spMkLst>
            <pc:docMk/>
            <pc:sldMk cId="3745064040" sldId="319"/>
            <ac:spMk id="939" creationId="{00000000-0000-0000-0000-000000000000}"/>
          </ac:spMkLst>
        </pc:spChg>
        <pc:picChg chg="del">
          <ac:chgData name="Tej Acharya" userId="1cf7e5931d232eaf" providerId="LiveId" clId="{46E55186-FC47-438D-8FF2-3CFF6761B94B}" dt="2023-12-04T19:02:32.082" v="2037" actId="478"/>
          <ac:picMkLst>
            <pc:docMk/>
            <pc:sldMk cId="3745064040" sldId="319"/>
            <ac:picMk id="5126" creationId="{05F09C95-6583-6928-42F0-693F19062BB8}"/>
          </ac:picMkLst>
        </pc:picChg>
      </pc:sldChg>
      <pc:sldChg chg="modSp add mod ord">
        <pc:chgData name="Tej Acharya" userId="1cf7e5931d232eaf" providerId="LiveId" clId="{46E55186-FC47-438D-8FF2-3CFF6761B94B}" dt="2023-12-04T18:58:04.323" v="2035"/>
        <pc:sldMkLst>
          <pc:docMk/>
          <pc:sldMk cId="378811691" sldId="320"/>
        </pc:sldMkLst>
        <pc:spChg chg="mod">
          <ac:chgData name="Tej Acharya" userId="1cf7e5931d232eaf" providerId="LiveId" clId="{46E55186-FC47-438D-8FF2-3CFF6761B94B}" dt="2023-12-04T18:58:04.323" v="2035"/>
          <ac:spMkLst>
            <pc:docMk/>
            <pc:sldMk cId="378811691" sldId="320"/>
            <ac:spMk id="914" creationId="{00000000-0000-0000-0000-000000000000}"/>
          </ac:spMkLst>
        </pc:spChg>
        <pc:spChg chg="mod">
          <ac:chgData name="Tej Acharya" userId="1cf7e5931d232eaf" providerId="LiveId" clId="{46E55186-FC47-438D-8FF2-3CFF6761B94B}" dt="2023-12-04T18:57:44.501" v="2029" actId="20577"/>
          <ac:spMkLst>
            <pc:docMk/>
            <pc:sldMk cId="378811691" sldId="320"/>
            <ac:spMk id="915" creationId="{00000000-0000-0000-0000-000000000000}"/>
          </ac:spMkLst>
        </pc:spChg>
      </pc:sldChg>
      <pc:sldChg chg="modSp add mod">
        <pc:chgData name="Tej Acharya" userId="1cf7e5931d232eaf" providerId="LiveId" clId="{46E55186-FC47-438D-8FF2-3CFF6761B94B}" dt="2023-12-04T19:15:20.570" v="2322" actId="20577"/>
        <pc:sldMkLst>
          <pc:docMk/>
          <pc:sldMk cId="2551739957" sldId="321"/>
        </pc:sldMkLst>
        <pc:spChg chg="mod">
          <ac:chgData name="Tej Acharya" userId="1cf7e5931d232eaf" providerId="LiveId" clId="{46E55186-FC47-438D-8FF2-3CFF6761B94B}" dt="2023-12-04T19:15:20.570" v="2322" actId="20577"/>
          <ac:spMkLst>
            <pc:docMk/>
            <pc:sldMk cId="2551739957" sldId="321"/>
            <ac:spMk id="3" creationId="{72764A74-3F0D-30FD-F3BE-C97A29592D10}"/>
          </ac:spMkLst>
        </pc:spChg>
        <pc:spChg chg="mod">
          <ac:chgData name="Tej Acharya" userId="1cf7e5931d232eaf" providerId="LiveId" clId="{46E55186-FC47-438D-8FF2-3CFF6761B94B}" dt="2023-12-04T19:13:36.233" v="2254"/>
          <ac:spMkLst>
            <pc:docMk/>
            <pc:sldMk cId="2551739957" sldId="321"/>
            <ac:spMk id="939" creationId="{00000000-0000-0000-0000-000000000000}"/>
          </ac:spMkLst>
        </pc:spChg>
      </pc:sldChg>
      <pc:sldChg chg="modSp add mod">
        <pc:chgData name="Tej Acharya" userId="1cf7e5931d232eaf" providerId="LiveId" clId="{46E55186-FC47-438D-8FF2-3CFF6761B94B}" dt="2023-12-04T19:19:48.766" v="2515" actId="33524"/>
        <pc:sldMkLst>
          <pc:docMk/>
          <pc:sldMk cId="3299999081" sldId="322"/>
        </pc:sldMkLst>
        <pc:spChg chg="mod">
          <ac:chgData name="Tej Acharya" userId="1cf7e5931d232eaf" providerId="LiveId" clId="{46E55186-FC47-438D-8FF2-3CFF6761B94B}" dt="2023-12-04T19:19:48.766" v="2515" actId="33524"/>
          <ac:spMkLst>
            <pc:docMk/>
            <pc:sldMk cId="3299999081" sldId="322"/>
            <ac:spMk id="3" creationId="{72764A74-3F0D-30FD-F3BE-C97A29592D10}"/>
          </ac:spMkLst>
        </pc:spChg>
        <pc:spChg chg="mod">
          <ac:chgData name="Tej Acharya" userId="1cf7e5931d232eaf" providerId="LiveId" clId="{46E55186-FC47-438D-8FF2-3CFF6761B94B}" dt="2023-12-04T19:18:49.299" v="2439" actId="20577"/>
          <ac:spMkLst>
            <pc:docMk/>
            <pc:sldMk cId="3299999081" sldId="322"/>
            <ac:spMk id="939" creationId="{00000000-0000-0000-0000-000000000000}"/>
          </ac:spMkLst>
        </pc:spChg>
      </pc:sldChg>
      <pc:sldChg chg="modSp add mod">
        <pc:chgData name="Tej Acharya" userId="1cf7e5931d232eaf" providerId="LiveId" clId="{46E55186-FC47-438D-8FF2-3CFF6761B94B}" dt="2023-12-04T19:47:21.248" v="2763" actId="113"/>
        <pc:sldMkLst>
          <pc:docMk/>
          <pc:sldMk cId="126159156" sldId="323"/>
        </pc:sldMkLst>
        <pc:spChg chg="mod">
          <ac:chgData name="Tej Acharya" userId="1cf7e5931d232eaf" providerId="LiveId" clId="{46E55186-FC47-438D-8FF2-3CFF6761B94B}" dt="2023-12-04T19:47:21.248" v="2763" actId="113"/>
          <ac:spMkLst>
            <pc:docMk/>
            <pc:sldMk cId="126159156" sldId="323"/>
            <ac:spMk id="3" creationId="{72764A74-3F0D-30FD-F3BE-C97A29592D10}"/>
          </ac:spMkLst>
        </pc:spChg>
        <pc:spChg chg="mod">
          <ac:chgData name="Tej Acharya" userId="1cf7e5931d232eaf" providerId="LiveId" clId="{46E55186-FC47-438D-8FF2-3CFF6761B94B}" dt="2023-12-04T19:20:55.772" v="2519" actId="255"/>
          <ac:spMkLst>
            <pc:docMk/>
            <pc:sldMk cId="126159156" sldId="323"/>
            <ac:spMk id="939" creationId="{00000000-0000-0000-0000-000000000000}"/>
          </ac:spMkLst>
        </pc:spChg>
      </pc:sldChg>
      <pc:sldChg chg="addSp delSp modSp add mod">
        <pc:chgData name="Tej Acharya" userId="1cf7e5931d232eaf" providerId="LiveId" clId="{46E55186-FC47-438D-8FF2-3CFF6761B94B}" dt="2023-12-04T19:53:57.784" v="2788" actId="5793"/>
        <pc:sldMkLst>
          <pc:docMk/>
          <pc:sldMk cId="810046987" sldId="324"/>
        </pc:sldMkLst>
        <pc:spChg chg="mod">
          <ac:chgData name="Tej Acharya" userId="1cf7e5931d232eaf" providerId="LiveId" clId="{46E55186-FC47-438D-8FF2-3CFF6761B94B}" dt="2023-12-04T19:53:57.784" v="2788" actId="5793"/>
          <ac:spMkLst>
            <pc:docMk/>
            <pc:sldMk cId="810046987" sldId="324"/>
            <ac:spMk id="3" creationId="{72764A74-3F0D-30FD-F3BE-C97A29592D10}"/>
          </ac:spMkLst>
        </pc:spChg>
        <pc:spChg chg="add del">
          <ac:chgData name="Tej Acharya" userId="1cf7e5931d232eaf" providerId="LiveId" clId="{46E55186-FC47-438D-8FF2-3CFF6761B94B}" dt="2023-12-04T19:51:35.786" v="2767"/>
          <ac:spMkLst>
            <pc:docMk/>
            <pc:sldMk cId="810046987" sldId="324"/>
            <ac:spMk id="4" creationId="{549A5DE9-5C94-BB55-E58B-88C59B1B48AA}"/>
          </ac:spMkLst>
        </pc:spChg>
        <pc:spChg chg="add del">
          <ac:chgData name="Tej Acharya" userId="1cf7e5931d232eaf" providerId="LiveId" clId="{46E55186-FC47-438D-8FF2-3CFF6761B94B}" dt="2023-12-04T19:51:58.169" v="2777"/>
          <ac:spMkLst>
            <pc:docMk/>
            <pc:sldMk cId="810046987" sldId="324"/>
            <ac:spMk id="5" creationId="{A3E4A533-AC57-5672-3A4F-F2E415ED1DD6}"/>
          </ac:spMkLst>
        </pc:spChg>
        <pc:spChg chg="mod">
          <ac:chgData name="Tej Acharya" userId="1cf7e5931d232eaf" providerId="LiveId" clId="{46E55186-FC47-438D-8FF2-3CFF6761B94B}" dt="2023-12-04T19:52:10.531" v="2780"/>
          <ac:spMkLst>
            <pc:docMk/>
            <pc:sldMk cId="810046987" sldId="324"/>
            <ac:spMk id="939" creationId="{00000000-0000-0000-0000-000000000000}"/>
          </ac:spMkLst>
        </pc:spChg>
      </pc:sldChg>
      <pc:sldChg chg="add del">
        <pc:chgData name="Tej Acharya" userId="1cf7e5931d232eaf" providerId="LiveId" clId="{46E55186-FC47-438D-8FF2-3CFF6761B94B}" dt="2023-12-04T19:54:12.783" v="2790" actId="47"/>
        <pc:sldMkLst>
          <pc:docMk/>
          <pc:sldMk cId="1961381825" sldId="325"/>
        </pc:sldMkLst>
      </pc:sldChg>
      <pc:sldChg chg="modSp add mod ord">
        <pc:chgData name="Tej Acharya" userId="1cf7e5931d232eaf" providerId="LiveId" clId="{46E55186-FC47-438D-8FF2-3CFF6761B94B}" dt="2023-12-04T19:54:40.694" v="2807"/>
        <pc:sldMkLst>
          <pc:docMk/>
          <pc:sldMk cId="4009292280" sldId="325"/>
        </pc:sldMkLst>
        <pc:spChg chg="mod">
          <ac:chgData name="Tej Acharya" userId="1cf7e5931d232eaf" providerId="LiveId" clId="{46E55186-FC47-438D-8FF2-3CFF6761B94B}" dt="2023-12-04T19:54:40.694" v="2807"/>
          <ac:spMkLst>
            <pc:docMk/>
            <pc:sldMk cId="4009292280" sldId="325"/>
            <ac:spMk id="914" creationId="{00000000-0000-0000-0000-000000000000}"/>
          </ac:spMkLst>
        </pc:spChg>
        <pc:spChg chg="mod">
          <ac:chgData name="Tej Acharya" userId="1cf7e5931d232eaf" providerId="LiveId" clId="{46E55186-FC47-438D-8FF2-3CFF6761B94B}" dt="2023-12-04T19:54:23.069" v="2795" actId="20577"/>
          <ac:spMkLst>
            <pc:docMk/>
            <pc:sldMk cId="4009292280" sldId="325"/>
            <ac:spMk id="915" creationId="{00000000-0000-0000-0000-000000000000}"/>
          </ac:spMkLst>
        </pc:spChg>
      </pc:sldChg>
      <pc:sldChg chg="addSp delSp modSp add mod ord">
        <pc:chgData name="Tej Acharya" userId="1cf7e5931d232eaf" providerId="LiveId" clId="{46E55186-FC47-438D-8FF2-3CFF6761B94B}" dt="2023-12-04T20:04:46.301" v="3140" actId="1076"/>
        <pc:sldMkLst>
          <pc:docMk/>
          <pc:sldMk cId="493384146" sldId="326"/>
        </pc:sldMkLst>
        <pc:spChg chg="mod">
          <ac:chgData name="Tej Acharya" userId="1cf7e5931d232eaf" providerId="LiveId" clId="{46E55186-FC47-438D-8FF2-3CFF6761B94B}" dt="2023-12-04T20:04:40.472" v="3139" actId="20577"/>
          <ac:spMkLst>
            <pc:docMk/>
            <pc:sldMk cId="493384146" sldId="326"/>
            <ac:spMk id="3" creationId="{72764A74-3F0D-30FD-F3BE-C97A29592D10}"/>
          </ac:spMkLst>
        </pc:spChg>
        <pc:spChg chg="add del">
          <ac:chgData name="Tej Acharya" userId="1cf7e5931d232eaf" providerId="LiveId" clId="{46E55186-FC47-438D-8FF2-3CFF6761B94B}" dt="2023-12-04T19:58:47.981" v="2953"/>
          <ac:spMkLst>
            <pc:docMk/>
            <pc:sldMk cId="493384146" sldId="326"/>
            <ac:spMk id="4" creationId="{36AED38D-75A8-1DE0-F6F8-294E1333AD3E}"/>
          </ac:spMkLst>
        </pc:spChg>
        <pc:spChg chg="mod">
          <ac:chgData name="Tej Acharya" userId="1cf7e5931d232eaf" providerId="LiveId" clId="{46E55186-FC47-438D-8FF2-3CFF6761B94B}" dt="2023-12-04T19:55:13.535" v="2812"/>
          <ac:spMkLst>
            <pc:docMk/>
            <pc:sldMk cId="493384146" sldId="326"/>
            <ac:spMk id="939" creationId="{00000000-0000-0000-0000-000000000000}"/>
          </ac:spMkLst>
        </pc:spChg>
        <pc:picChg chg="add del">
          <ac:chgData name="Tej Acharya" userId="1cf7e5931d232eaf" providerId="LiveId" clId="{46E55186-FC47-438D-8FF2-3CFF6761B94B}" dt="2023-12-04T20:04:03.775" v="3128" actId="22"/>
          <ac:picMkLst>
            <pc:docMk/>
            <pc:sldMk cId="493384146" sldId="326"/>
            <ac:picMk id="6" creationId="{E735DE79-08E6-9704-A1DF-413666D39B96}"/>
          </ac:picMkLst>
        </pc:picChg>
        <pc:picChg chg="add mod">
          <ac:chgData name="Tej Acharya" userId="1cf7e5931d232eaf" providerId="LiveId" clId="{46E55186-FC47-438D-8FF2-3CFF6761B94B}" dt="2023-12-04T20:04:46.301" v="3140" actId="1076"/>
          <ac:picMkLst>
            <pc:docMk/>
            <pc:sldMk cId="493384146" sldId="326"/>
            <ac:picMk id="8" creationId="{22F8E7E7-5DAD-C17C-15A9-DE840EA8B204}"/>
          </ac:picMkLst>
        </pc:picChg>
      </pc:sldChg>
      <pc:sldChg chg="addSp delSp modSp add mod">
        <pc:chgData name="Tej Acharya" userId="1cf7e5931d232eaf" providerId="LiveId" clId="{46E55186-FC47-438D-8FF2-3CFF6761B94B}" dt="2023-12-04T20:07:59.255" v="3328" actId="1076"/>
        <pc:sldMkLst>
          <pc:docMk/>
          <pc:sldMk cId="1850429359" sldId="327"/>
        </pc:sldMkLst>
        <pc:spChg chg="mod">
          <ac:chgData name="Tej Acharya" userId="1cf7e5931d232eaf" providerId="LiveId" clId="{46E55186-FC47-438D-8FF2-3CFF6761B94B}" dt="2023-12-04T20:07:59.255" v="3328" actId="1076"/>
          <ac:spMkLst>
            <pc:docMk/>
            <pc:sldMk cId="1850429359" sldId="327"/>
            <ac:spMk id="3" creationId="{72764A74-3F0D-30FD-F3BE-C97A29592D10}"/>
          </ac:spMkLst>
        </pc:spChg>
        <pc:spChg chg="add mod">
          <ac:chgData name="Tej Acharya" userId="1cf7e5931d232eaf" providerId="LiveId" clId="{46E55186-FC47-438D-8FF2-3CFF6761B94B}" dt="2023-12-04T20:06:31.383" v="3155" actId="1076"/>
          <ac:spMkLst>
            <pc:docMk/>
            <pc:sldMk cId="1850429359" sldId="327"/>
            <ac:spMk id="4" creationId="{8784C9C2-5810-37AF-F460-3C3E22517CC8}"/>
          </ac:spMkLst>
        </pc:spChg>
        <pc:spChg chg="mod">
          <ac:chgData name="Tej Acharya" userId="1cf7e5931d232eaf" providerId="LiveId" clId="{46E55186-FC47-438D-8FF2-3CFF6761B94B}" dt="2023-12-04T20:05:31.385" v="3145" actId="20577"/>
          <ac:spMkLst>
            <pc:docMk/>
            <pc:sldMk cId="1850429359" sldId="327"/>
            <ac:spMk id="939" creationId="{00000000-0000-0000-0000-000000000000}"/>
          </ac:spMkLst>
        </pc:spChg>
        <pc:picChg chg="del">
          <ac:chgData name="Tej Acharya" userId="1cf7e5931d232eaf" providerId="LiveId" clId="{46E55186-FC47-438D-8FF2-3CFF6761B94B}" dt="2023-12-04T20:05:34.148" v="3146" actId="478"/>
          <ac:picMkLst>
            <pc:docMk/>
            <pc:sldMk cId="1850429359" sldId="327"/>
            <ac:picMk id="8" creationId="{22F8E7E7-5DAD-C17C-15A9-DE840EA8B204}"/>
          </ac:picMkLst>
        </pc:picChg>
        <pc:picChg chg="add mod">
          <ac:chgData name="Tej Acharya" userId="1cf7e5931d232eaf" providerId="LiveId" clId="{46E55186-FC47-438D-8FF2-3CFF6761B94B}" dt="2023-12-04T20:06:31.383" v="3155" actId="1076"/>
          <ac:picMkLst>
            <pc:docMk/>
            <pc:sldMk cId="1850429359" sldId="327"/>
            <ac:picMk id="9218" creationId="{AE30C127-222C-0882-2EFE-28828A10EDA8}"/>
          </ac:picMkLst>
        </pc:picChg>
      </pc:sldChg>
      <pc:sldChg chg="addSp delSp modSp add mod">
        <pc:chgData name="Tej Acharya" userId="1cf7e5931d232eaf" providerId="LiveId" clId="{46E55186-FC47-438D-8FF2-3CFF6761B94B}" dt="2023-12-04T20:16:21.344" v="3568" actId="1076"/>
        <pc:sldMkLst>
          <pc:docMk/>
          <pc:sldMk cId="983933624" sldId="328"/>
        </pc:sldMkLst>
        <pc:spChg chg="mod">
          <ac:chgData name="Tej Acharya" userId="1cf7e5931d232eaf" providerId="LiveId" clId="{46E55186-FC47-438D-8FF2-3CFF6761B94B}" dt="2023-12-04T20:16:21.344" v="3568" actId="1076"/>
          <ac:spMkLst>
            <pc:docMk/>
            <pc:sldMk cId="983933624" sldId="328"/>
            <ac:spMk id="3" creationId="{72764A74-3F0D-30FD-F3BE-C97A29592D10}"/>
          </ac:spMkLst>
        </pc:spChg>
        <pc:spChg chg="add mod">
          <ac:chgData name="Tej Acharya" userId="1cf7e5931d232eaf" providerId="LiveId" clId="{46E55186-FC47-438D-8FF2-3CFF6761B94B}" dt="2023-12-04T20:09:38.868" v="3345" actId="1076"/>
          <ac:spMkLst>
            <pc:docMk/>
            <pc:sldMk cId="983933624" sldId="328"/>
            <ac:spMk id="5" creationId="{D24E9AF7-417C-B42F-E165-650BAD642792}"/>
          </ac:spMkLst>
        </pc:spChg>
        <pc:spChg chg="mod">
          <ac:chgData name="Tej Acharya" userId="1cf7e5931d232eaf" providerId="LiveId" clId="{46E55186-FC47-438D-8FF2-3CFF6761B94B}" dt="2023-12-04T20:08:33.285" v="3332" actId="255"/>
          <ac:spMkLst>
            <pc:docMk/>
            <pc:sldMk cId="983933624" sldId="328"/>
            <ac:spMk id="939" creationId="{00000000-0000-0000-0000-000000000000}"/>
          </ac:spMkLst>
        </pc:spChg>
        <pc:picChg chg="del mod">
          <ac:chgData name="Tej Acharya" userId="1cf7e5931d232eaf" providerId="LiveId" clId="{46E55186-FC47-438D-8FF2-3CFF6761B94B}" dt="2023-12-04T20:09:00.414" v="3335" actId="478"/>
          <ac:picMkLst>
            <pc:docMk/>
            <pc:sldMk cId="983933624" sldId="328"/>
            <ac:picMk id="9218" creationId="{AE30C127-222C-0882-2EFE-28828A10EDA8}"/>
          </ac:picMkLst>
        </pc:picChg>
        <pc:picChg chg="add del mod">
          <ac:chgData name="Tej Acharya" userId="1cf7e5931d232eaf" providerId="LiveId" clId="{46E55186-FC47-438D-8FF2-3CFF6761B94B}" dt="2023-12-04T20:09:00.414" v="3335" actId="478"/>
          <ac:picMkLst>
            <pc:docMk/>
            <pc:sldMk cId="983933624" sldId="328"/>
            <ac:picMk id="10242" creationId="{4880C0B8-9957-1F7D-5AD6-49B9D1AB9BC5}"/>
          </ac:picMkLst>
        </pc:picChg>
        <pc:picChg chg="add mod">
          <ac:chgData name="Tej Acharya" userId="1cf7e5931d232eaf" providerId="LiveId" clId="{46E55186-FC47-438D-8FF2-3CFF6761B94B}" dt="2023-12-04T20:09:38.868" v="3345" actId="1076"/>
          <ac:picMkLst>
            <pc:docMk/>
            <pc:sldMk cId="983933624" sldId="328"/>
            <ac:picMk id="10244" creationId="{7FA011EC-B32F-69A3-ACAF-FBBF12908EEB}"/>
          </ac:picMkLst>
        </pc:picChg>
      </pc:sldChg>
      <pc:sldChg chg="addSp delSp modSp add mod">
        <pc:chgData name="Tej Acharya" userId="1cf7e5931d232eaf" providerId="LiveId" clId="{46E55186-FC47-438D-8FF2-3CFF6761B94B}" dt="2023-12-04T21:44:27.043" v="4765" actId="20577"/>
        <pc:sldMkLst>
          <pc:docMk/>
          <pc:sldMk cId="2532441851" sldId="329"/>
        </pc:sldMkLst>
        <pc:spChg chg="mod">
          <ac:chgData name="Tej Acharya" userId="1cf7e5931d232eaf" providerId="LiveId" clId="{46E55186-FC47-438D-8FF2-3CFF6761B94B}" dt="2023-12-04T21:44:27.043" v="4765" actId="20577"/>
          <ac:spMkLst>
            <pc:docMk/>
            <pc:sldMk cId="2532441851" sldId="329"/>
            <ac:spMk id="3" creationId="{72764A74-3F0D-30FD-F3BE-C97A29592D10}"/>
          </ac:spMkLst>
        </pc:spChg>
        <pc:spChg chg="add mod">
          <ac:chgData name="Tej Acharya" userId="1cf7e5931d232eaf" providerId="LiveId" clId="{46E55186-FC47-438D-8FF2-3CFF6761B94B}" dt="2023-12-04T20:17:53.295" v="3583" actId="1076"/>
          <ac:spMkLst>
            <pc:docMk/>
            <pc:sldMk cId="2532441851" sldId="329"/>
            <ac:spMk id="6" creationId="{079F2615-7B5E-B9BC-3260-2F59006E1962}"/>
          </ac:spMkLst>
        </pc:spChg>
        <pc:spChg chg="add del">
          <ac:chgData name="Tej Acharya" userId="1cf7e5931d232eaf" providerId="LiveId" clId="{46E55186-FC47-438D-8FF2-3CFF6761B94B}" dt="2023-12-04T20:25:04.732" v="3586"/>
          <ac:spMkLst>
            <pc:docMk/>
            <pc:sldMk cId="2532441851" sldId="329"/>
            <ac:spMk id="7" creationId="{7DC78A3C-499B-A54C-A376-209D796CAF3B}"/>
          </ac:spMkLst>
        </pc:spChg>
        <pc:spChg chg="add del mod">
          <ac:chgData name="Tej Acharya" userId="1cf7e5931d232eaf" providerId="LiveId" clId="{46E55186-FC47-438D-8FF2-3CFF6761B94B}" dt="2023-12-04T20:25:15.257" v="3591"/>
          <ac:spMkLst>
            <pc:docMk/>
            <pc:sldMk cId="2532441851" sldId="329"/>
            <ac:spMk id="8" creationId="{DE977391-1316-3D19-2299-161FA37959E2}"/>
          </ac:spMkLst>
        </pc:spChg>
        <pc:spChg chg="mod">
          <ac:chgData name="Tej Acharya" userId="1cf7e5931d232eaf" providerId="LiveId" clId="{46E55186-FC47-438D-8FF2-3CFF6761B94B}" dt="2023-12-04T20:17:12.585" v="3572" actId="255"/>
          <ac:spMkLst>
            <pc:docMk/>
            <pc:sldMk cId="2532441851" sldId="329"/>
            <ac:spMk id="939" creationId="{00000000-0000-0000-0000-000000000000}"/>
          </ac:spMkLst>
        </pc:spChg>
        <pc:picChg chg="del">
          <ac:chgData name="Tej Acharya" userId="1cf7e5931d232eaf" providerId="LiveId" clId="{46E55186-FC47-438D-8FF2-3CFF6761B94B}" dt="2023-12-04T20:17:20.359" v="3573" actId="478"/>
          <ac:picMkLst>
            <pc:docMk/>
            <pc:sldMk cId="2532441851" sldId="329"/>
            <ac:picMk id="10244" creationId="{7FA011EC-B32F-69A3-ACAF-FBBF12908EEB}"/>
          </ac:picMkLst>
        </pc:picChg>
        <pc:picChg chg="add mod">
          <ac:chgData name="Tej Acharya" userId="1cf7e5931d232eaf" providerId="LiveId" clId="{46E55186-FC47-438D-8FF2-3CFF6761B94B}" dt="2023-12-04T20:17:53.295" v="3583" actId="1076"/>
          <ac:picMkLst>
            <pc:docMk/>
            <pc:sldMk cId="2532441851" sldId="329"/>
            <ac:picMk id="11266" creationId="{90F01DDF-759C-8035-DD1A-C9CC4F1B758A}"/>
          </ac:picMkLst>
        </pc:picChg>
      </pc:sldChg>
      <pc:sldChg chg="delSp modSp new mod">
        <pc:chgData name="Tej Acharya" userId="1cf7e5931d232eaf" providerId="LiveId" clId="{46E55186-FC47-438D-8FF2-3CFF6761B94B}" dt="2023-12-04T21:20:01.878" v="4451" actId="1076"/>
        <pc:sldMkLst>
          <pc:docMk/>
          <pc:sldMk cId="2278600298" sldId="330"/>
        </pc:sldMkLst>
        <pc:spChg chg="mod">
          <ac:chgData name="Tej Acharya" userId="1cf7e5931d232eaf" providerId="LiveId" clId="{46E55186-FC47-438D-8FF2-3CFF6761B94B}" dt="2023-12-04T21:19:55.891" v="4450" actId="20577"/>
          <ac:spMkLst>
            <pc:docMk/>
            <pc:sldMk cId="2278600298" sldId="330"/>
            <ac:spMk id="2" creationId="{B0592C11-63DC-AE85-0109-D17528A956D4}"/>
          </ac:spMkLst>
        </pc:spChg>
        <pc:spChg chg="del">
          <ac:chgData name="Tej Acharya" userId="1cf7e5931d232eaf" providerId="LiveId" clId="{46E55186-FC47-438D-8FF2-3CFF6761B94B}" dt="2023-12-04T21:10:59.076" v="3693" actId="478"/>
          <ac:spMkLst>
            <pc:docMk/>
            <pc:sldMk cId="2278600298" sldId="330"/>
            <ac:spMk id="3" creationId="{20BCADEB-0668-E647-4F6E-C3CB35365F32}"/>
          </ac:spMkLst>
        </pc:spChg>
        <pc:spChg chg="mod">
          <ac:chgData name="Tej Acharya" userId="1cf7e5931d232eaf" providerId="LiveId" clId="{46E55186-FC47-438D-8FF2-3CFF6761B94B}" dt="2023-12-04T21:20:01.878" v="4451" actId="1076"/>
          <ac:spMkLst>
            <pc:docMk/>
            <pc:sldMk cId="2278600298" sldId="330"/>
            <ac:spMk id="4" creationId="{7891A201-7B0C-BC04-534F-2C2CBD89BCDC}"/>
          </ac:spMkLst>
        </pc:spChg>
      </pc:sldChg>
      <pc:sldChg chg="modSp add mod">
        <pc:chgData name="Tej Acharya" userId="1cf7e5931d232eaf" providerId="LiveId" clId="{46E55186-FC47-438D-8FF2-3CFF6761B94B}" dt="2023-12-04T21:27:21.089" v="4729" actId="20577"/>
        <pc:sldMkLst>
          <pc:docMk/>
          <pc:sldMk cId="1851371665" sldId="331"/>
        </pc:sldMkLst>
        <pc:spChg chg="mod">
          <ac:chgData name="Tej Acharya" userId="1cf7e5931d232eaf" providerId="LiveId" clId="{46E55186-FC47-438D-8FF2-3CFF6761B94B}" dt="2023-12-04T21:24:25.466" v="4473" actId="20577"/>
          <ac:spMkLst>
            <pc:docMk/>
            <pc:sldMk cId="1851371665" sldId="331"/>
            <ac:spMk id="2" creationId="{B0592C11-63DC-AE85-0109-D17528A956D4}"/>
          </ac:spMkLst>
        </pc:spChg>
        <pc:spChg chg="mod">
          <ac:chgData name="Tej Acharya" userId="1cf7e5931d232eaf" providerId="LiveId" clId="{46E55186-FC47-438D-8FF2-3CFF6761B94B}" dt="2023-12-04T21:27:21.089" v="4729" actId="20577"/>
          <ac:spMkLst>
            <pc:docMk/>
            <pc:sldMk cId="1851371665" sldId="331"/>
            <ac:spMk id="4" creationId="{7891A201-7B0C-BC04-534F-2C2CBD89BCDC}"/>
          </ac:spMkLst>
        </pc:spChg>
      </pc:sldChg>
      <pc:sldChg chg="add del">
        <pc:chgData name="Tej Acharya" userId="1cf7e5931d232eaf" providerId="LiveId" clId="{46E55186-FC47-438D-8FF2-3CFF6761B94B}" dt="2023-12-04T21:27:56.234" v="4734" actId="47"/>
        <pc:sldMkLst>
          <pc:docMk/>
          <pc:sldMk cId="2571398000" sldId="332"/>
        </pc:sldMkLst>
      </pc:sldChg>
      <pc:sldChg chg="modSp add mod ord">
        <pc:chgData name="Tej Acharya" userId="1cf7e5931d232eaf" providerId="LiveId" clId="{46E55186-FC47-438D-8FF2-3CFF6761B94B}" dt="2023-12-04T21:28:12.242" v="4750" actId="1076"/>
        <pc:sldMkLst>
          <pc:docMk/>
          <pc:sldMk cId="3909783941" sldId="333"/>
        </pc:sldMkLst>
        <pc:spChg chg="mod">
          <ac:chgData name="Tej Acharya" userId="1cf7e5931d232eaf" providerId="LiveId" clId="{46E55186-FC47-438D-8FF2-3CFF6761B94B}" dt="2023-12-04T21:28:12.242" v="4750" actId="1076"/>
          <ac:spMkLst>
            <pc:docMk/>
            <pc:sldMk cId="3909783941" sldId="333"/>
            <ac:spMk id="759" creationId="{00000000-0000-0000-0000-000000000000}"/>
          </ac:spMkLst>
        </pc:spChg>
      </pc:sldChg>
      <pc:sldMasterChg chg="delSldLayout">
        <pc:chgData name="Tej Acharya" userId="1cf7e5931d232eaf" providerId="LiveId" clId="{46E55186-FC47-438D-8FF2-3CFF6761B94B}" dt="2023-12-04T20:33:29.574" v="3649" actId="47"/>
        <pc:sldMasterMkLst>
          <pc:docMk/>
          <pc:sldMasterMk cId="0" sldId="2147483681"/>
        </pc:sldMasterMkLst>
        <pc:sldLayoutChg chg="del">
          <pc:chgData name="Tej Acharya" userId="1cf7e5931d232eaf" providerId="LiveId" clId="{46E55186-FC47-438D-8FF2-3CFF6761B94B}" dt="2023-12-04T20:33:23.422" v="3629" actId="47"/>
          <pc:sldLayoutMkLst>
            <pc:docMk/>
            <pc:sldMasterMk cId="0" sldId="2147483681"/>
            <pc:sldLayoutMk cId="0" sldId="2147483651"/>
          </pc:sldLayoutMkLst>
        </pc:sldLayoutChg>
        <pc:sldLayoutChg chg="del">
          <pc:chgData name="Tej Acharya" userId="1cf7e5931d232eaf" providerId="LiveId" clId="{46E55186-FC47-438D-8FF2-3CFF6761B94B}" dt="2023-12-04T20:33:25.213" v="3634" actId="47"/>
          <pc:sldLayoutMkLst>
            <pc:docMk/>
            <pc:sldMasterMk cId="0" sldId="2147483681"/>
            <pc:sldLayoutMk cId="0" sldId="2147483652"/>
          </pc:sldLayoutMkLst>
        </pc:sldLayoutChg>
        <pc:sldLayoutChg chg="del">
          <pc:chgData name="Tej Acharya" userId="1cf7e5931d232eaf" providerId="LiveId" clId="{46E55186-FC47-438D-8FF2-3CFF6761B94B}" dt="2023-12-04T20:33:29.574" v="3649" actId="47"/>
          <pc:sldLayoutMkLst>
            <pc:docMk/>
            <pc:sldMasterMk cId="0" sldId="2147483681"/>
            <pc:sldLayoutMk cId="0" sldId="2147483653"/>
          </pc:sldLayoutMkLst>
        </pc:sldLayoutChg>
        <pc:sldLayoutChg chg="del">
          <pc:chgData name="Tej Acharya" userId="1cf7e5931d232eaf" providerId="LiveId" clId="{46E55186-FC47-438D-8FF2-3CFF6761B94B}" dt="2023-12-04T20:33:27.363" v="3644" actId="47"/>
          <pc:sldLayoutMkLst>
            <pc:docMk/>
            <pc:sldMasterMk cId="0" sldId="2147483681"/>
            <pc:sldLayoutMk cId="0" sldId="2147483654"/>
          </pc:sldLayoutMkLst>
        </pc:sldLayoutChg>
        <pc:sldLayoutChg chg="del">
          <pc:chgData name="Tej Acharya" userId="1cf7e5931d232eaf" providerId="LiveId" clId="{46E55186-FC47-438D-8FF2-3CFF6761B94B}" dt="2023-12-04T16:59:24.804" v="475" actId="47"/>
          <pc:sldLayoutMkLst>
            <pc:docMk/>
            <pc:sldMasterMk cId="0" sldId="2147483681"/>
            <pc:sldLayoutMk cId="0" sldId="2147483655"/>
          </pc:sldLayoutMkLst>
        </pc:sldLayoutChg>
        <pc:sldLayoutChg chg="del">
          <pc:chgData name="Tej Acharya" userId="1cf7e5931d232eaf" providerId="LiveId" clId="{46E55186-FC47-438D-8FF2-3CFF6761B94B}" dt="2023-12-04T20:33:26.924" v="3642" actId="47"/>
          <pc:sldLayoutMkLst>
            <pc:docMk/>
            <pc:sldMasterMk cId="0" sldId="2147483681"/>
            <pc:sldLayoutMk cId="0" sldId="2147483656"/>
          </pc:sldLayoutMkLst>
        </pc:sldLayoutChg>
        <pc:sldLayoutChg chg="del">
          <pc:chgData name="Tej Acharya" userId="1cf7e5931d232eaf" providerId="LiveId" clId="{46E55186-FC47-438D-8FF2-3CFF6761B94B}" dt="2023-12-04T20:33:26.296" v="3640" actId="47"/>
          <pc:sldLayoutMkLst>
            <pc:docMk/>
            <pc:sldMasterMk cId="0" sldId="2147483681"/>
            <pc:sldLayoutMk cId="0" sldId="2147483657"/>
          </pc:sldLayoutMkLst>
        </pc:sldLayoutChg>
        <pc:sldLayoutChg chg="del">
          <pc:chgData name="Tej Acharya" userId="1cf7e5931d232eaf" providerId="LiveId" clId="{46E55186-FC47-438D-8FF2-3CFF6761B94B}" dt="2023-12-04T18:01:57.968" v="595" actId="47"/>
          <pc:sldLayoutMkLst>
            <pc:docMk/>
            <pc:sldMasterMk cId="0" sldId="2147483681"/>
            <pc:sldLayoutMk cId="0" sldId="2147483659"/>
          </pc:sldLayoutMkLst>
        </pc:sldLayoutChg>
        <pc:sldLayoutChg chg="del">
          <pc:chgData name="Tej Acharya" userId="1cf7e5931d232eaf" providerId="LiveId" clId="{46E55186-FC47-438D-8FF2-3CFF6761B94B}" dt="2023-12-04T20:33:27.143" v="3643" actId="47"/>
          <pc:sldLayoutMkLst>
            <pc:docMk/>
            <pc:sldMasterMk cId="0" sldId="2147483681"/>
            <pc:sldLayoutMk cId="0" sldId="2147483660"/>
          </pc:sldLayoutMkLst>
        </pc:sldLayoutChg>
        <pc:sldLayoutChg chg="del">
          <pc:chgData name="Tej Acharya" userId="1cf7e5931d232eaf" providerId="LiveId" clId="{46E55186-FC47-438D-8FF2-3CFF6761B94B}" dt="2023-12-04T20:33:26.736" v="3641" actId="47"/>
          <pc:sldLayoutMkLst>
            <pc:docMk/>
            <pc:sldMasterMk cId="0" sldId="2147483681"/>
            <pc:sldLayoutMk cId="0" sldId="2147483661"/>
          </pc:sldLayoutMkLst>
        </pc:sldLayoutChg>
        <pc:sldLayoutChg chg="del">
          <pc:chgData name="Tej Acharya" userId="1cf7e5931d232eaf" providerId="LiveId" clId="{46E55186-FC47-438D-8FF2-3CFF6761B94B}" dt="2023-12-04T20:33:25.731" v="3637" actId="47"/>
          <pc:sldLayoutMkLst>
            <pc:docMk/>
            <pc:sldMasterMk cId="0" sldId="2147483681"/>
            <pc:sldLayoutMk cId="0" sldId="2147483662"/>
          </pc:sldLayoutMkLst>
        </pc:sldLayoutChg>
        <pc:sldLayoutChg chg="del">
          <pc:chgData name="Tej Acharya" userId="1cf7e5931d232eaf" providerId="LiveId" clId="{46E55186-FC47-438D-8FF2-3CFF6761B94B}" dt="2023-12-04T20:33:25.558" v="3636" actId="47"/>
          <pc:sldLayoutMkLst>
            <pc:docMk/>
            <pc:sldMasterMk cId="0" sldId="2147483681"/>
            <pc:sldLayoutMk cId="0" sldId="2147483663"/>
          </pc:sldLayoutMkLst>
        </pc:sldLayoutChg>
        <pc:sldLayoutChg chg="del">
          <pc:chgData name="Tej Acharya" userId="1cf7e5931d232eaf" providerId="LiveId" clId="{46E55186-FC47-438D-8FF2-3CFF6761B94B}" dt="2023-12-04T20:33:20.771" v="3619" actId="47"/>
          <pc:sldLayoutMkLst>
            <pc:docMk/>
            <pc:sldMasterMk cId="0" sldId="2147483681"/>
            <pc:sldLayoutMk cId="0" sldId="2147483664"/>
          </pc:sldLayoutMkLst>
        </pc:sldLayoutChg>
        <pc:sldLayoutChg chg="del">
          <pc:chgData name="Tej Acharya" userId="1cf7e5931d232eaf" providerId="LiveId" clId="{46E55186-FC47-438D-8FF2-3CFF6761B94B}" dt="2023-12-04T20:33:20.661" v="3618" actId="47"/>
          <pc:sldLayoutMkLst>
            <pc:docMk/>
            <pc:sldMasterMk cId="0" sldId="2147483681"/>
            <pc:sldLayoutMk cId="0" sldId="2147483665"/>
          </pc:sldLayoutMkLst>
        </pc:sldLayoutChg>
        <pc:sldLayoutChg chg="del">
          <pc:chgData name="Tej Acharya" userId="1cf7e5931d232eaf" providerId="LiveId" clId="{46E55186-FC47-438D-8FF2-3CFF6761B94B}" dt="2023-12-04T20:33:28.994" v="3648" actId="47"/>
          <pc:sldLayoutMkLst>
            <pc:docMk/>
            <pc:sldMasterMk cId="0" sldId="2147483681"/>
            <pc:sldLayoutMk cId="0" sldId="2147483666"/>
          </pc:sldLayoutMkLst>
        </pc:sldLayoutChg>
        <pc:sldLayoutChg chg="del">
          <pc:chgData name="Tej Acharya" userId="1cf7e5931d232eaf" providerId="LiveId" clId="{46E55186-FC47-438D-8FF2-3CFF6761B94B}" dt="2023-12-04T20:33:28.680" v="3647" actId="47"/>
          <pc:sldLayoutMkLst>
            <pc:docMk/>
            <pc:sldMasterMk cId="0" sldId="2147483681"/>
            <pc:sldLayoutMk cId="0" sldId="2147483668"/>
          </pc:sldLayoutMkLst>
        </pc:sldLayoutChg>
        <pc:sldLayoutChg chg="del">
          <pc:chgData name="Tej Acharya" userId="1cf7e5931d232eaf" providerId="LiveId" clId="{46E55186-FC47-438D-8FF2-3CFF6761B94B}" dt="2023-12-04T20:33:28.100" v="3646" actId="47"/>
          <pc:sldLayoutMkLst>
            <pc:docMk/>
            <pc:sldMasterMk cId="0" sldId="2147483681"/>
            <pc:sldLayoutMk cId="0" sldId="2147483669"/>
          </pc:sldLayoutMkLst>
        </pc:sldLayoutChg>
        <pc:sldLayoutChg chg="del">
          <pc:chgData name="Tej Acharya" userId="1cf7e5931d232eaf" providerId="LiveId" clId="{46E55186-FC47-438D-8FF2-3CFF6761B94B}" dt="2023-12-04T20:33:27.896" v="3645" actId="47"/>
          <pc:sldLayoutMkLst>
            <pc:docMk/>
            <pc:sldMasterMk cId="0" sldId="2147483681"/>
            <pc:sldLayoutMk cId="0" sldId="2147483670"/>
          </pc:sldLayoutMkLst>
        </pc:sldLayoutChg>
        <pc:sldLayoutChg chg="del">
          <pc:chgData name="Tej Acharya" userId="1cf7e5931d232eaf" providerId="LiveId" clId="{46E55186-FC47-438D-8FF2-3CFF6761B94B}" dt="2023-12-04T20:33:26.108" v="3639" actId="47"/>
          <pc:sldLayoutMkLst>
            <pc:docMk/>
            <pc:sldMasterMk cId="0" sldId="2147483681"/>
            <pc:sldLayoutMk cId="0" sldId="2147483671"/>
          </pc:sldLayoutMkLst>
        </pc:sldLayoutChg>
        <pc:sldLayoutChg chg="del">
          <pc:chgData name="Tej Acharya" userId="1cf7e5931d232eaf" providerId="LiveId" clId="{46E55186-FC47-438D-8FF2-3CFF6761B94B}" dt="2023-12-04T20:33:25.903" v="3638" actId="47"/>
          <pc:sldLayoutMkLst>
            <pc:docMk/>
            <pc:sldMasterMk cId="0" sldId="2147483681"/>
            <pc:sldLayoutMk cId="0" sldId="2147483672"/>
          </pc:sldLayoutMkLst>
        </pc:sldLayoutChg>
        <pc:sldLayoutChg chg="del">
          <pc:chgData name="Tej Acharya" userId="1cf7e5931d232eaf" providerId="LiveId" clId="{46E55186-FC47-438D-8FF2-3CFF6761B94B}" dt="2023-12-04T20:33:25.047" v="3633" actId="47"/>
          <pc:sldLayoutMkLst>
            <pc:docMk/>
            <pc:sldMasterMk cId="0" sldId="2147483681"/>
            <pc:sldLayoutMk cId="0" sldId="2147483673"/>
          </pc:sldLayoutMkLst>
        </pc:sldLayoutChg>
        <pc:sldLayoutChg chg="del">
          <pc:chgData name="Tej Acharya" userId="1cf7e5931d232eaf" providerId="LiveId" clId="{46E55186-FC47-438D-8FF2-3CFF6761B94B}" dt="2023-12-04T20:33:24.317" v="3632" actId="47"/>
          <pc:sldLayoutMkLst>
            <pc:docMk/>
            <pc:sldMasterMk cId="0" sldId="2147483681"/>
            <pc:sldLayoutMk cId="0" sldId="2147483674"/>
          </pc:sldLayoutMkLst>
        </pc:sldLayoutChg>
        <pc:sldLayoutChg chg="del">
          <pc:chgData name="Tej Acharya" userId="1cf7e5931d232eaf" providerId="LiveId" clId="{46E55186-FC47-438D-8FF2-3CFF6761B94B}" dt="2023-12-04T20:33:24.067" v="3631" actId="47"/>
          <pc:sldLayoutMkLst>
            <pc:docMk/>
            <pc:sldMasterMk cId="0" sldId="2147483681"/>
            <pc:sldLayoutMk cId="0" sldId="2147483675"/>
          </pc:sldLayoutMkLst>
        </pc:sldLayoutChg>
        <pc:sldLayoutChg chg="del">
          <pc:chgData name="Tej Acharya" userId="1cf7e5931d232eaf" providerId="LiveId" clId="{46E55186-FC47-438D-8FF2-3CFF6761B94B}" dt="2023-12-04T20:33:21.399" v="3621" actId="47"/>
          <pc:sldLayoutMkLst>
            <pc:docMk/>
            <pc:sldMasterMk cId="0" sldId="2147483681"/>
            <pc:sldLayoutMk cId="0" sldId="2147483676"/>
          </pc:sldLayoutMkLst>
        </pc:sldLayoutChg>
      </pc:sldMasterChg>
      <pc:sldMasterChg chg="del delSldLayout">
        <pc:chgData name="Tej Acharya" userId="1cf7e5931d232eaf" providerId="LiveId" clId="{46E55186-FC47-438D-8FF2-3CFF6761B94B}" dt="2023-12-04T20:33:20.583" v="3617" actId="47"/>
        <pc:sldMasterMkLst>
          <pc:docMk/>
          <pc:sldMasterMk cId="0" sldId="2147483682"/>
        </pc:sldMasterMkLst>
        <pc:sldLayoutChg chg="del">
          <pc:chgData name="Tej Acharya" userId="1cf7e5931d232eaf" providerId="LiveId" clId="{46E55186-FC47-438D-8FF2-3CFF6761B94B}" dt="2023-12-04T20:33:20.442" v="3612" actId="47"/>
          <pc:sldLayoutMkLst>
            <pc:docMk/>
            <pc:sldMasterMk cId="0" sldId="2147483682"/>
            <pc:sldLayoutMk cId="0" sldId="2147483679"/>
          </pc:sldLayoutMkLst>
        </pc:sldLayoutChg>
        <pc:sldLayoutChg chg="del">
          <pc:chgData name="Tej Acharya" userId="1cf7e5931d232eaf" providerId="LiveId" clId="{46E55186-FC47-438D-8FF2-3CFF6761B94B}" dt="2023-12-04T20:33:20.583" v="3617" actId="47"/>
          <pc:sldLayoutMkLst>
            <pc:docMk/>
            <pc:sldMasterMk cId="0" sldId="2147483682"/>
            <pc:sldLayoutMk cId="0" sldId="2147483680"/>
          </pc:sldLayoutMkLst>
        </pc:sldLayoutChg>
      </pc:sldMasterChg>
    </pc:docChg>
  </pc:docChgLst>
  <pc:docChgLst>
    <pc:chgData name="Preyash Patel" userId="87becf3f102fbcae" providerId="LiveId" clId="{85A19A1A-F82C-4FAB-887E-B6B21645F13F}"/>
    <pc:docChg chg="modSld">
      <pc:chgData name="Preyash Patel" userId="87becf3f102fbcae" providerId="LiveId" clId="{85A19A1A-F82C-4FAB-887E-B6B21645F13F}" dt="2023-12-04T22:47:03.565" v="0" actId="1036"/>
      <pc:docMkLst>
        <pc:docMk/>
      </pc:docMkLst>
      <pc:sldChg chg="modSp mod">
        <pc:chgData name="Preyash Patel" userId="87becf3f102fbcae" providerId="LiveId" clId="{85A19A1A-F82C-4FAB-887E-B6B21645F13F}" dt="2023-12-04T22:47:03.565" v="0" actId="1036"/>
        <pc:sldMkLst>
          <pc:docMk/>
          <pc:sldMk cId="378811691" sldId="320"/>
        </pc:sldMkLst>
        <pc:spChg chg="mod">
          <ac:chgData name="Preyash Patel" userId="87becf3f102fbcae" providerId="LiveId" clId="{85A19A1A-F82C-4FAB-887E-B6B21645F13F}" dt="2023-12-04T22:47:03.565" v="0" actId="1036"/>
          <ac:spMkLst>
            <pc:docMk/>
            <pc:sldMk cId="378811691" sldId="320"/>
            <ac:spMk id="9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1712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0016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1789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855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94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872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6785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7635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6803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1201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2261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1658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6643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96603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364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93061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81531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184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10800000" flipH="1">
              <a:off x="-522276" y="-13020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8" r:id="rId4"/>
    <p:sldLayoutId id="2147483667" r:id="rId5"/>
    <p:sldLayoutId id="2147483677" r:id="rId6"/>
    <p:sldLayoutId id="214748367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notebooks/Downloads/Percentag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373838" y="2359829"/>
            <a:ext cx="635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Python for Data Analysis and Visualization – Final Project</a:t>
            </a:r>
            <a:endParaRPr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667465" y="552570"/>
            <a:ext cx="7046768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Title : Analysis of Popular Baby Names in the US from 2011 to 2019</a:t>
            </a:r>
            <a:endParaRPr sz="3200"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758;p36">
            <a:extLst>
              <a:ext uri="{FF2B5EF4-FFF2-40B4-BE49-F238E27FC236}">
                <a16:creationId xmlns:a16="http://schemas.microsoft.com/office/drawing/2014/main" id="{A1953348-720E-33D3-06B5-DA93049102D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886792" y="3052184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b="1" i="1" dirty="0"/>
              <a:t>Name: Preyash Mahendrabhai Patel (000793739)</a:t>
            </a:r>
            <a:endParaRPr b="1" i="1" dirty="0"/>
          </a:p>
        </p:txBody>
      </p:sp>
      <p:sp>
        <p:nvSpPr>
          <p:cNvPr id="3" name="Google Shape;758;p36">
            <a:extLst>
              <a:ext uri="{FF2B5EF4-FFF2-40B4-BE49-F238E27FC236}">
                <a16:creationId xmlns:a16="http://schemas.microsoft.com/office/drawing/2014/main" id="{265694D6-6EA6-B9F4-1DA9-7EBA85FF2D17}"/>
              </a:ext>
            </a:extLst>
          </p:cNvPr>
          <p:cNvSpPr txBox="1">
            <a:spLocks/>
          </p:cNvSpPr>
          <p:nvPr/>
        </p:nvSpPr>
        <p:spPr>
          <a:xfrm>
            <a:off x="-1297042" y="2469613"/>
            <a:ext cx="63555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"/>
              <a:buNone/>
              <a:defRPr sz="15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b="1" i="1" dirty="0"/>
          </a:p>
        </p:txBody>
      </p:sp>
      <p:sp>
        <p:nvSpPr>
          <p:cNvPr id="4" name="Google Shape;758;p36">
            <a:extLst>
              <a:ext uri="{FF2B5EF4-FFF2-40B4-BE49-F238E27FC236}">
                <a16:creationId xmlns:a16="http://schemas.microsoft.com/office/drawing/2014/main" id="{B08408AD-006E-0FAC-156A-94C5AC6AD5A3}"/>
              </a:ext>
            </a:extLst>
          </p:cNvPr>
          <p:cNvSpPr txBox="1">
            <a:spLocks/>
          </p:cNvSpPr>
          <p:nvPr/>
        </p:nvSpPr>
        <p:spPr>
          <a:xfrm>
            <a:off x="-886792" y="3656707"/>
            <a:ext cx="63555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"/>
              <a:buNone/>
              <a:defRPr sz="15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293310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797" name="Google Shape;797;p37"/>
          <p:cNvSpPr txBox="1">
            <a:spLocks noGrp="1"/>
          </p:cNvSpPr>
          <p:nvPr>
            <p:ph type="body" idx="1"/>
          </p:nvPr>
        </p:nvSpPr>
        <p:spPr>
          <a:xfrm>
            <a:off x="716625" y="1017725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The dataset we are exploring in this presentation is the “Popular Baby Names” dataset, which provides a comprehensive view of baby name trends in the United States from 2011 to 2019. To perform our data analysis and visualization, we have utilized Python’s powerful libraries: Pandas, Matplotlib, and Seaborn.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 Exploration</a:t>
            </a:r>
            <a:endParaRPr dirty="0"/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1. Load the dataset into a Pandas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Helvetica Neue"/>
              </a:rPr>
              <a:t>dataframe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 and display the first 10 rows.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967100" y="1880985"/>
            <a:ext cx="632524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We used pandas </a:t>
            </a:r>
            <a:r>
              <a:rPr lang="en-US" sz="2000" dirty="0" err="1">
                <a:solidFill>
                  <a:schemeClr val="bg1">
                    <a:lumMod val="10000"/>
                  </a:schemeClr>
                </a:solidFill>
              </a:rPr>
              <a:t>read_csv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() function to load the dataset.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With the use of head() function we displayed the first ten rows.</a:t>
            </a:r>
            <a:endParaRPr sz="2000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i="0" dirty="0">
                <a:effectLst/>
                <a:latin typeface="Arial" panose="020B0604020202020204" pitchFamily="34" charset="0"/>
              </a:rPr>
              <a:t>2. Display the shape of the dataset (i.e. number of rows and columns).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b="1" dirty="0"/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967100" y="1880985"/>
            <a:ext cx="632524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We used shape() function to display the total rows and columns of the data set.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The dataset has 49509 rows and 6 columns. </a:t>
            </a:r>
          </a:p>
        </p:txBody>
      </p:sp>
    </p:spTree>
    <p:extLst>
      <p:ext uri="{BB962C8B-B14F-4D97-AF65-F5344CB8AC3E}">
        <p14:creationId xmlns:p14="http://schemas.microsoft.com/office/powerpoint/2010/main" val="1639650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3. Identify the data types of each column and check for any missing values (number of missing values in each column).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967100" y="1880985"/>
            <a:ext cx="632524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We used the </a:t>
            </a:r>
            <a:r>
              <a:rPr lang="en-US" sz="2000" dirty="0" err="1">
                <a:solidFill>
                  <a:schemeClr val="bg1">
                    <a:lumMod val="10000"/>
                  </a:schemeClr>
                </a:solidFill>
              </a:rPr>
              <a:t>dtypes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() function to identify the data types of each column.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To check for missing values in each column, we used the </a:t>
            </a:r>
            <a:r>
              <a:rPr lang="en-US" sz="2000" dirty="0" err="1">
                <a:solidFill>
                  <a:schemeClr val="bg1">
                    <a:lumMod val="10000"/>
                  </a:schemeClr>
                </a:solidFill>
              </a:rPr>
              <a:t>isnull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() function, and to display the sum of missing values, we used the sum() function.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We found 0 missing values in each column.</a:t>
            </a:r>
          </a:p>
        </p:txBody>
      </p:sp>
    </p:spTree>
    <p:extLst>
      <p:ext uri="{BB962C8B-B14F-4D97-AF65-F5344CB8AC3E}">
        <p14:creationId xmlns:p14="http://schemas.microsoft.com/office/powerpoint/2010/main" val="906811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Helvetica Neue"/>
              </a:rPr>
              <a:t>4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Helvetica Neue"/>
              </a:rPr>
              <a:t>. Create a bar chart that shows the total number of baby names per year for each gender.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2" name="Google Shape;941;p41">
            <a:extLst>
              <a:ext uri="{FF2B5EF4-FFF2-40B4-BE49-F238E27FC236}">
                <a16:creationId xmlns:a16="http://schemas.microsoft.com/office/drawing/2014/main" id="{88FDA2D5-7887-69D9-F1AC-E438FDA7F148}"/>
              </a:ext>
            </a:extLst>
          </p:cNvPr>
          <p:cNvSpPr txBox="1">
            <a:spLocks/>
          </p:cNvSpPr>
          <p:nvPr/>
        </p:nvSpPr>
        <p:spPr>
          <a:xfrm>
            <a:off x="-1553005" y="3392561"/>
            <a:ext cx="1715990" cy="932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Google Shape;939;p41">
            <a:extLst>
              <a:ext uri="{FF2B5EF4-FFF2-40B4-BE49-F238E27FC236}">
                <a16:creationId xmlns:a16="http://schemas.microsoft.com/office/drawing/2014/main" id="{72764A74-3F0D-30FD-F3BE-C97A29592D10}"/>
              </a:ext>
            </a:extLst>
          </p:cNvPr>
          <p:cNvSpPr txBox="1">
            <a:spLocks/>
          </p:cNvSpPr>
          <p:nvPr/>
        </p:nvSpPr>
        <p:spPr>
          <a:xfrm>
            <a:off x="4647797" y="1763016"/>
            <a:ext cx="4496203" cy="2182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Neue"/>
              </a:rPr>
              <a:t>From 2011 to 2014, total number of baby names were higher compared to other remaining years.</a:t>
            </a:r>
          </a:p>
          <a:p>
            <a:pPr algn="l"/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Neue"/>
              </a:rPr>
              <a:t>Total number of babies significantly dropped from 2015.</a:t>
            </a:r>
            <a:br>
              <a:rPr lang="en-US" sz="1800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7F192BE-2E38-CBAB-9197-BEED89DBC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72" y="1257300"/>
            <a:ext cx="4575356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526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5. Create a bar chart that shows the distribution of names (total number) by gender.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2" name="Google Shape;941;p41">
            <a:extLst>
              <a:ext uri="{FF2B5EF4-FFF2-40B4-BE49-F238E27FC236}">
                <a16:creationId xmlns:a16="http://schemas.microsoft.com/office/drawing/2014/main" id="{88FDA2D5-7887-69D9-F1AC-E438FDA7F148}"/>
              </a:ext>
            </a:extLst>
          </p:cNvPr>
          <p:cNvSpPr txBox="1">
            <a:spLocks/>
          </p:cNvSpPr>
          <p:nvPr/>
        </p:nvSpPr>
        <p:spPr>
          <a:xfrm>
            <a:off x="-1518104" y="3533509"/>
            <a:ext cx="1659504" cy="86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Google Shape;939;p41">
            <a:extLst>
              <a:ext uri="{FF2B5EF4-FFF2-40B4-BE49-F238E27FC236}">
                <a16:creationId xmlns:a16="http://schemas.microsoft.com/office/drawing/2014/main" id="{72764A74-3F0D-30FD-F3BE-C97A29592D10}"/>
              </a:ext>
            </a:extLst>
          </p:cNvPr>
          <p:cNvSpPr txBox="1">
            <a:spLocks/>
          </p:cNvSpPr>
          <p:nvPr/>
        </p:nvSpPr>
        <p:spPr>
          <a:xfrm>
            <a:off x="4572000" y="2408531"/>
            <a:ext cx="4496203" cy="97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Neue"/>
              </a:rPr>
              <a:t>The proportion of Female babies was higher as compared to Male babies across all years.</a:t>
            </a:r>
            <a:br>
              <a:rPr lang="en-US" sz="1800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endParaRPr lang="en-US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C23A4DD-7434-4708-2B84-F82FAEB08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18" y="1422401"/>
            <a:ext cx="4317382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315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Helvetica Neue"/>
              </a:rPr>
              <a:t>6. 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Create a pie chart that shows the distribution of names (total number in percent) by ethnicity.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2" name="Google Shape;941;p41">
            <a:extLst>
              <a:ext uri="{FF2B5EF4-FFF2-40B4-BE49-F238E27FC236}">
                <a16:creationId xmlns:a16="http://schemas.microsoft.com/office/drawing/2014/main" id="{88FDA2D5-7887-69D9-F1AC-E438FDA7F148}"/>
              </a:ext>
            </a:extLst>
          </p:cNvPr>
          <p:cNvSpPr txBox="1">
            <a:spLocks/>
          </p:cNvSpPr>
          <p:nvPr/>
        </p:nvSpPr>
        <p:spPr>
          <a:xfrm>
            <a:off x="-1533719" y="3592842"/>
            <a:ext cx="1423418" cy="74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Google Shape;939;p41">
            <a:extLst>
              <a:ext uri="{FF2B5EF4-FFF2-40B4-BE49-F238E27FC236}">
                <a16:creationId xmlns:a16="http://schemas.microsoft.com/office/drawing/2014/main" id="{72764A74-3F0D-30FD-F3BE-C97A29592D10}"/>
              </a:ext>
            </a:extLst>
          </p:cNvPr>
          <p:cNvSpPr txBox="1">
            <a:spLocks/>
          </p:cNvSpPr>
          <p:nvPr/>
        </p:nvSpPr>
        <p:spPr>
          <a:xfrm>
            <a:off x="4647797" y="1932281"/>
            <a:ext cx="4496203" cy="97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Neue"/>
              </a:rPr>
              <a:t>The pie chart reveals the distribution of names by ethnicity.</a:t>
            </a:r>
          </a:p>
          <a:p>
            <a:pPr algn="l"/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Neue"/>
              </a:rPr>
              <a:t>Vast majority is covered by Hispanic and White Non-Hispanic.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1800" b="1" dirty="0">
              <a:solidFill>
                <a:srgbClr val="000000"/>
              </a:solidFill>
              <a:latin typeface="Helvetica Neue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Neue"/>
              </a:rPr>
              <a:t>‘Black Non </a:t>
            </a:r>
            <a:r>
              <a:rPr lang="en-US" sz="1800" dirty="0" err="1">
                <a:solidFill>
                  <a:srgbClr val="000000"/>
                </a:solidFill>
                <a:latin typeface="Helvetica Neue"/>
              </a:rPr>
              <a:t>Hisp</a:t>
            </a:r>
            <a:r>
              <a:rPr lang="en-US" sz="1800" dirty="0">
                <a:solidFill>
                  <a:srgbClr val="000000"/>
                </a:solidFill>
                <a:latin typeface="Helvetica Neue"/>
              </a:rPr>
              <a:t>’ and ‘Asian and </a:t>
            </a:r>
            <a:r>
              <a:rPr lang="en-US" sz="1800" dirty="0" err="1">
                <a:solidFill>
                  <a:srgbClr val="000000"/>
                </a:solidFill>
                <a:latin typeface="Helvetica Neue"/>
              </a:rPr>
              <a:t>Paci</a:t>
            </a:r>
            <a:r>
              <a:rPr lang="en-US" sz="1800" dirty="0">
                <a:solidFill>
                  <a:srgbClr val="000000"/>
                </a:solidFill>
                <a:latin typeface="Helvetica Neue"/>
              </a:rPr>
              <a:t>’ are minorities. </a:t>
            </a:r>
            <a:br>
              <a:rPr lang="en-US" sz="1800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endParaRPr lang="en-US" dirty="0"/>
          </a:p>
        </p:txBody>
      </p:sp>
      <p:sp>
        <p:nvSpPr>
          <p:cNvPr id="4" name="Google Shape;939;p41">
            <a:extLst>
              <a:ext uri="{FF2B5EF4-FFF2-40B4-BE49-F238E27FC236}">
                <a16:creationId xmlns:a16="http://schemas.microsoft.com/office/drawing/2014/main" id="{FB12B9FE-AA10-66D3-D8CC-1BB555654998}"/>
              </a:ext>
            </a:extLst>
          </p:cNvPr>
          <p:cNvSpPr txBox="1">
            <a:spLocks/>
          </p:cNvSpPr>
          <p:nvPr/>
        </p:nvSpPr>
        <p:spPr>
          <a:xfrm>
            <a:off x="-876058" y="3395801"/>
            <a:ext cx="3722696" cy="43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endParaRPr lang="en-US" dirty="0"/>
          </a:p>
        </p:txBody>
      </p:sp>
      <p:pic>
        <p:nvPicPr>
          <p:cNvPr id="5132" name="Picture 12">
            <a:extLst>
              <a:ext uri="{FF2B5EF4-FFF2-40B4-BE49-F238E27FC236}">
                <a16:creationId xmlns:a16="http://schemas.microsoft.com/office/drawing/2014/main" id="{383ED3C3-39C0-29BD-B675-DECFE7AA8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80" y="1367509"/>
            <a:ext cx="4242580" cy="3576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83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2085025" y="1573114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Cleaning and Preparation</a:t>
            </a:r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811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1. Can you find any duplicated rows in the dataset for the year 2011?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2" name="Google Shape;941;p41">
            <a:extLst>
              <a:ext uri="{FF2B5EF4-FFF2-40B4-BE49-F238E27FC236}">
                <a16:creationId xmlns:a16="http://schemas.microsoft.com/office/drawing/2014/main" id="{88FDA2D5-7887-69D9-F1AC-E438FDA7F148}"/>
              </a:ext>
            </a:extLst>
          </p:cNvPr>
          <p:cNvSpPr txBox="1">
            <a:spLocks/>
          </p:cNvSpPr>
          <p:nvPr/>
        </p:nvSpPr>
        <p:spPr>
          <a:xfrm>
            <a:off x="-1533719" y="3592842"/>
            <a:ext cx="1423418" cy="74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Google Shape;939;p41">
            <a:extLst>
              <a:ext uri="{FF2B5EF4-FFF2-40B4-BE49-F238E27FC236}">
                <a16:creationId xmlns:a16="http://schemas.microsoft.com/office/drawing/2014/main" id="{72764A74-3F0D-30FD-F3BE-C97A29592D10}"/>
              </a:ext>
            </a:extLst>
          </p:cNvPr>
          <p:cNvSpPr txBox="1">
            <a:spLocks/>
          </p:cNvSpPr>
          <p:nvPr/>
        </p:nvSpPr>
        <p:spPr>
          <a:xfrm>
            <a:off x="720000" y="1913231"/>
            <a:ext cx="7388950" cy="97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Neue"/>
              </a:rPr>
              <a:t>We used duplicated() function and filtered it for the year 2011 to identify any duplicate rows in that year.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Neue"/>
              </a:rPr>
              <a:t>There are 7826 duplicate rows for the year 2011.</a:t>
            </a:r>
            <a:br>
              <a:rPr lang="en-US" sz="1800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064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2. Rename the 'Year of Birth' column to '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Helvetica Neue"/>
              </a:rPr>
              <a:t>Year_of_Birth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' and 'Child's First Name' to '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Helvetica Neue"/>
              </a:rPr>
              <a:t>Childs_First_Name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'.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2" name="Google Shape;941;p41">
            <a:extLst>
              <a:ext uri="{FF2B5EF4-FFF2-40B4-BE49-F238E27FC236}">
                <a16:creationId xmlns:a16="http://schemas.microsoft.com/office/drawing/2014/main" id="{88FDA2D5-7887-69D9-F1AC-E438FDA7F148}"/>
              </a:ext>
            </a:extLst>
          </p:cNvPr>
          <p:cNvSpPr txBox="1">
            <a:spLocks/>
          </p:cNvSpPr>
          <p:nvPr/>
        </p:nvSpPr>
        <p:spPr>
          <a:xfrm>
            <a:off x="-1533719" y="3592842"/>
            <a:ext cx="1423418" cy="74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Google Shape;939;p41">
            <a:extLst>
              <a:ext uri="{FF2B5EF4-FFF2-40B4-BE49-F238E27FC236}">
                <a16:creationId xmlns:a16="http://schemas.microsoft.com/office/drawing/2014/main" id="{72764A74-3F0D-30FD-F3BE-C97A29592D10}"/>
              </a:ext>
            </a:extLst>
          </p:cNvPr>
          <p:cNvSpPr txBox="1">
            <a:spLocks/>
          </p:cNvSpPr>
          <p:nvPr/>
        </p:nvSpPr>
        <p:spPr>
          <a:xfrm>
            <a:off x="720000" y="2364081"/>
            <a:ext cx="7388950" cy="97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Neue"/>
              </a:rPr>
              <a:t>We used rename() function to rename the above specified columns.</a:t>
            </a:r>
            <a:br>
              <a:rPr lang="en-US" sz="1800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r>
              <a:rPr lang="en-US" b="1" dirty="0">
                <a:solidFill>
                  <a:srgbClr val="000000"/>
                </a:solidFill>
                <a:latin typeface="Helvetica Neue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739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360000" y="470425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i="0" dirty="0">
                <a:effectLst/>
                <a:latin typeface="Arial" panose="020B0604020202020204" pitchFamily="34" charset="0"/>
              </a:rPr>
              <a:t>3. Create a new column that shows the length of each name, excluding any non-alphabetic characters (e.g. spaces or hyphens). Name the new column '</a:t>
            </a:r>
            <a:r>
              <a:rPr lang="en-US" sz="2000" b="1" i="0" dirty="0" err="1">
                <a:effectLst/>
                <a:latin typeface="Arial" panose="020B0604020202020204" pitchFamily="34" charset="0"/>
              </a:rPr>
              <a:t>Name_Length</a:t>
            </a:r>
            <a:r>
              <a:rPr lang="en-US" sz="2000" b="1" i="0" dirty="0">
                <a:effectLst/>
                <a:latin typeface="Arial" panose="020B0604020202020204" pitchFamily="34" charset="0"/>
              </a:rPr>
              <a:t>’.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2" name="Google Shape;941;p41">
            <a:extLst>
              <a:ext uri="{FF2B5EF4-FFF2-40B4-BE49-F238E27FC236}">
                <a16:creationId xmlns:a16="http://schemas.microsoft.com/office/drawing/2014/main" id="{88FDA2D5-7887-69D9-F1AC-E438FDA7F148}"/>
              </a:ext>
            </a:extLst>
          </p:cNvPr>
          <p:cNvSpPr txBox="1">
            <a:spLocks/>
          </p:cNvSpPr>
          <p:nvPr/>
        </p:nvSpPr>
        <p:spPr>
          <a:xfrm>
            <a:off x="-1533719" y="3592842"/>
            <a:ext cx="1423418" cy="74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Google Shape;939;p41">
            <a:extLst>
              <a:ext uri="{FF2B5EF4-FFF2-40B4-BE49-F238E27FC236}">
                <a16:creationId xmlns:a16="http://schemas.microsoft.com/office/drawing/2014/main" id="{72764A74-3F0D-30FD-F3BE-C97A29592D10}"/>
              </a:ext>
            </a:extLst>
          </p:cNvPr>
          <p:cNvSpPr txBox="1">
            <a:spLocks/>
          </p:cNvSpPr>
          <p:nvPr/>
        </p:nvSpPr>
        <p:spPr>
          <a:xfrm>
            <a:off x="720000" y="2364081"/>
            <a:ext cx="7388950" cy="97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Neue"/>
              </a:rPr>
              <a:t>We created a user defined function to identify the length of each name and added the output in a new column.</a:t>
            </a:r>
            <a:br>
              <a:rPr lang="en-US" sz="1800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sz="1800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r>
              <a:rPr lang="en-US" b="1" dirty="0">
                <a:solidFill>
                  <a:srgbClr val="000000"/>
                </a:solidFill>
                <a:latin typeface="Helvetica Neue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999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360000" y="470425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i="0" dirty="0">
                <a:solidFill>
                  <a:srgbClr val="000000"/>
                </a:solidFill>
                <a:effectLst/>
                <a:latin typeface="Helvetica Neue"/>
              </a:rPr>
              <a:t>4. Create a new column called 'Percentage' that shows the percentage of babies with each name, based on the total number of babies born in that year and gender.</a:t>
            </a:r>
            <a:r>
              <a:rPr lang="en-US" sz="2000" b="1" i="0" u="none" strike="noStrike" dirty="0">
                <a:solidFill>
                  <a:srgbClr val="296EAA"/>
                </a:solidFill>
                <a:effectLst/>
                <a:latin typeface="Helvetica Neue"/>
                <a:hlinkClick r:id="rId3"/>
              </a:rPr>
              <a:t>¶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2" name="Google Shape;941;p41">
            <a:extLst>
              <a:ext uri="{FF2B5EF4-FFF2-40B4-BE49-F238E27FC236}">
                <a16:creationId xmlns:a16="http://schemas.microsoft.com/office/drawing/2014/main" id="{88FDA2D5-7887-69D9-F1AC-E438FDA7F148}"/>
              </a:ext>
            </a:extLst>
          </p:cNvPr>
          <p:cNvSpPr txBox="1">
            <a:spLocks/>
          </p:cNvSpPr>
          <p:nvPr/>
        </p:nvSpPr>
        <p:spPr>
          <a:xfrm>
            <a:off x="-1533719" y="3592842"/>
            <a:ext cx="1423418" cy="74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Google Shape;939;p41">
            <a:extLst>
              <a:ext uri="{FF2B5EF4-FFF2-40B4-BE49-F238E27FC236}">
                <a16:creationId xmlns:a16="http://schemas.microsoft.com/office/drawing/2014/main" id="{72764A74-3F0D-30FD-F3BE-C97A29592D10}"/>
              </a:ext>
            </a:extLst>
          </p:cNvPr>
          <p:cNvSpPr txBox="1">
            <a:spLocks/>
          </p:cNvSpPr>
          <p:nvPr/>
        </p:nvSpPr>
        <p:spPr>
          <a:xfrm>
            <a:off x="720000" y="2364081"/>
            <a:ext cx="7388950" cy="97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rgbClr val="000000"/>
                </a:solidFill>
                <a:effectLst/>
                <a:latin typeface="Helvetica Neue"/>
              </a:rPr>
              <a:t>We used </a:t>
            </a:r>
            <a:r>
              <a:rPr lang="en-US" sz="1800" i="0" dirty="0" err="1">
                <a:solidFill>
                  <a:srgbClr val="000000"/>
                </a:solidFill>
                <a:effectLst/>
                <a:latin typeface="Helvetica Neue"/>
              </a:rPr>
              <a:t>groupby</a:t>
            </a:r>
            <a:r>
              <a:rPr lang="en-US" sz="1800" i="0" dirty="0">
                <a:solidFill>
                  <a:srgbClr val="000000"/>
                </a:solidFill>
                <a:effectLst/>
                <a:latin typeface="Helvetica Neue"/>
              </a:rPr>
              <a:t>() function and transform() function to </a:t>
            </a:r>
            <a:r>
              <a:rPr lang="en-US" sz="1800" i="0" dirty="0" err="1">
                <a:solidFill>
                  <a:srgbClr val="000000"/>
                </a:solidFill>
                <a:effectLst/>
                <a:latin typeface="Helvetica Neue"/>
              </a:rPr>
              <a:t>performe</a:t>
            </a:r>
            <a:r>
              <a:rPr lang="en-US" sz="1800" i="0" dirty="0">
                <a:solidFill>
                  <a:srgbClr val="000000"/>
                </a:solidFill>
                <a:effectLst/>
                <a:latin typeface="Helvetica Neue"/>
              </a:rPr>
              <a:t> percentage calculation on it and added the output to a new column named ‘percentage’.</a:t>
            </a:r>
            <a:br>
              <a:rPr lang="en-US" sz="1800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sz="1800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r>
              <a:rPr lang="en-US" b="1" dirty="0">
                <a:solidFill>
                  <a:srgbClr val="000000"/>
                </a:solidFill>
                <a:latin typeface="Helvetica Neue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59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360000" y="470425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5. Replace the ethnic category 'Black or African American Non-Hispanic' with 'Black Non-Hispanic'.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2" name="Google Shape;941;p41">
            <a:extLst>
              <a:ext uri="{FF2B5EF4-FFF2-40B4-BE49-F238E27FC236}">
                <a16:creationId xmlns:a16="http://schemas.microsoft.com/office/drawing/2014/main" id="{88FDA2D5-7887-69D9-F1AC-E438FDA7F148}"/>
              </a:ext>
            </a:extLst>
          </p:cNvPr>
          <p:cNvSpPr txBox="1">
            <a:spLocks/>
          </p:cNvSpPr>
          <p:nvPr/>
        </p:nvSpPr>
        <p:spPr>
          <a:xfrm>
            <a:off x="-1533719" y="3592842"/>
            <a:ext cx="1423418" cy="74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Google Shape;939;p41">
            <a:extLst>
              <a:ext uri="{FF2B5EF4-FFF2-40B4-BE49-F238E27FC236}">
                <a16:creationId xmlns:a16="http://schemas.microsoft.com/office/drawing/2014/main" id="{72764A74-3F0D-30FD-F3BE-C97A29592D10}"/>
              </a:ext>
            </a:extLst>
          </p:cNvPr>
          <p:cNvSpPr txBox="1">
            <a:spLocks/>
          </p:cNvSpPr>
          <p:nvPr/>
        </p:nvSpPr>
        <p:spPr>
          <a:xfrm>
            <a:off x="720000" y="2364081"/>
            <a:ext cx="7388950" cy="97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rgbClr val="000000"/>
                </a:solidFill>
                <a:effectLst/>
                <a:latin typeface="Helvetica Neue"/>
              </a:rPr>
              <a:t>'Black or African American Non-Hispanic' does not exist in the 'Ethnicity' column.</a:t>
            </a:r>
          </a:p>
          <a:p>
            <a:pPr algn="l"/>
            <a:endParaRPr lang="en-US" sz="1800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 Neue"/>
              </a:rPr>
              <a:t>I</a:t>
            </a:r>
            <a:r>
              <a:rPr lang="en-US" sz="1800" i="0" dirty="0">
                <a:solidFill>
                  <a:srgbClr val="000000"/>
                </a:solidFill>
                <a:effectLst/>
                <a:latin typeface="Helvetica Neue"/>
              </a:rPr>
              <a:t>f required, the 'replace()' function can be used to perform this operation.</a:t>
            </a:r>
          </a:p>
          <a:p>
            <a:pPr algn="l"/>
            <a:br>
              <a:rPr lang="en-US" sz="1800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sz="1800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r>
              <a:rPr lang="en-US" b="1" dirty="0">
                <a:solidFill>
                  <a:srgbClr val="000000"/>
                </a:solidFill>
                <a:latin typeface="Helvetica Neue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046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Analysis and Visualization</a:t>
            </a:r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9292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360000" y="470425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1. How many children were named Jacob in 2018 and what is the ethnicity distribution of those children?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2" name="Google Shape;941;p41">
            <a:extLst>
              <a:ext uri="{FF2B5EF4-FFF2-40B4-BE49-F238E27FC236}">
                <a16:creationId xmlns:a16="http://schemas.microsoft.com/office/drawing/2014/main" id="{88FDA2D5-7887-69D9-F1AC-E438FDA7F148}"/>
              </a:ext>
            </a:extLst>
          </p:cNvPr>
          <p:cNvSpPr txBox="1">
            <a:spLocks/>
          </p:cNvSpPr>
          <p:nvPr/>
        </p:nvSpPr>
        <p:spPr>
          <a:xfrm>
            <a:off x="-1533719" y="3592842"/>
            <a:ext cx="1423418" cy="74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Google Shape;939;p41">
            <a:extLst>
              <a:ext uri="{FF2B5EF4-FFF2-40B4-BE49-F238E27FC236}">
                <a16:creationId xmlns:a16="http://schemas.microsoft.com/office/drawing/2014/main" id="{72764A74-3F0D-30FD-F3BE-C97A29592D10}"/>
              </a:ext>
            </a:extLst>
          </p:cNvPr>
          <p:cNvSpPr txBox="1">
            <a:spLocks/>
          </p:cNvSpPr>
          <p:nvPr/>
        </p:nvSpPr>
        <p:spPr>
          <a:xfrm>
            <a:off x="720000" y="2364081"/>
            <a:ext cx="7388950" cy="97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rgbClr val="000000"/>
                </a:solidFill>
                <a:effectLst/>
                <a:latin typeface="Helvetica Neue"/>
              </a:rPr>
              <a:t>There are 4 children named Jacob in 2018 with different ethnicity.</a:t>
            </a:r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/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r>
              <a:rPr lang="en-US" b="1" dirty="0">
                <a:solidFill>
                  <a:srgbClr val="000000"/>
                </a:solidFill>
                <a:latin typeface="Helvetica Neue"/>
              </a:rPr>
              <a:t>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8E7E7-5DAD-C17C-15A9-DE840EA8B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50" y="3039466"/>
            <a:ext cx="5632450" cy="144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384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360000" y="470425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2. Create a line plot that shows the frequency of the top 5 names for the female gender between 2013 and 2015.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2" name="Google Shape;941;p41">
            <a:extLst>
              <a:ext uri="{FF2B5EF4-FFF2-40B4-BE49-F238E27FC236}">
                <a16:creationId xmlns:a16="http://schemas.microsoft.com/office/drawing/2014/main" id="{88FDA2D5-7887-69D9-F1AC-E438FDA7F148}"/>
              </a:ext>
            </a:extLst>
          </p:cNvPr>
          <p:cNvSpPr txBox="1">
            <a:spLocks/>
          </p:cNvSpPr>
          <p:nvPr/>
        </p:nvSpPr>
        <p:spPr>
          <a:xfrm>
            <a:off x="-1533719" y="3592842"/>
            <a:ext cx="1423418" cy="74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Google Shape;939;p41">
            <a:extLst>
              <a:ext uri="{FF2B5EF4-FFF2-40B4-BE49-F238E27FC236}">
                <a16:creationId xmlns:a16="http://schemas.microsoft.com/office/drawing/2014/main" id="{72764A74-3F0D-30FD-F3BE-C97A29592D10}"/>
              </a:ext>
            </a:extLst>
          </p:cNvPr>
          <p:cNvSpPr txBox="1">
            <a:spLocks/>
          </p:cNvSpPr>
          <p:nvPr/>
        </p:nvSpPr>
        <p:spPr>
          <a:xfrm>
            <a:off x="5418903" y="2335542"/>
            <a:ext cx="3661598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rgbClr val="000000"/>
                </a:solidFill>
                <a:effectLst/>
                <a:latin typeface="Helvetica Neue"/>
              </a:rPr>
              <a:t>The top 5 female names </a:t>
            </a:r>
            <a:r>
              <a:rPr lang="en-US" sz="1800" dirty="0">
                <a:solidFill>
                  <a:srgbClr val="000000"/>
                </a:solidFill>
                <a:latin typeface="Helvetica Neue"/>
              </a:rPr>
              <a:t>from 2013 to 2015 are: Aria, Ariana, Grace, Hannah and Naomi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/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r>
              <a:rPr lang="en-US" b="1" dirty="0">
                <a:solidFill>
                  <a:srgbClr val="000000"/>
                </a:solidFill>
                <a:latin typeface="Helvetica Neue"/>
              </a:rPr>
              <a:t> </a:t>
            </a:r>
            <a:endParaRPr lang="en-US" dirty="0"/>
          </a:p>
        </p:txBody>
      </p:sp>
      <p:sp>
        <p:nvSpPr>
          <p:cNvPr id="4" name="Google Shape;939;p41">
            <a:extLst>
              <a:ext uri="{FF2B5EF4-FFF2-40B4-BE49-F238E27FC236}">
                <a16:creationId xmlns:a16="http://schemas.microsoft.com/office/drawing/2014/main" id="{8784C9C2-5810-37AF-F460-3C3E22517CC8}"/>
              </a:ext>
            </a:extLst>
          </p:cNvPr>
          <p:cNvSpPr txBox="1">
            <a:spLocks/>
          </p:cNvSpPr>
          <p:nvPr/>
        </p:nvSpPr>
        <p:spPr>
          <a:xfrm>
            <a:off x="1182246" y="4611481"/>
            <a:ext cx="3492658" cy="612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/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r>
              <a:rPr lang="en-US" b="1" dirty="0">
                <a:solidFill>
                  <a:srgbClr val="000000"/>
                </a:solidFill>
                <a:latin typeface="Helvetica Neue"/>
              </a:rPr>
              <a:t> </a:t>
            </a:r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E30C127-222C-0882-2EFE-28828A10E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70" y="1791225"/>
            <a:ext cx="5002062" cy="323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429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360000" y="470425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  <a:t>3. What is the relationship between the length of names and their frequency, and how does it differ between genders? The scatter plot should show the length of names on the x-axis, the frequency on the y-axis, and should use color to differentiate between male and female names.</a:t>
            </a:r>
            <a:b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2" name="Google Shape;941;p41">
            <a:extLst>
              <a:ext uri="{FF2B5EF4-FFF2-40B4-BE49-F238E27FC236}">
                <a16:creationId xmlns:a16="http://schemas.microsoft.com/office/drawing/2014/main" id="{88FDA2D5-7887-69D9-F1AC-E438FDA7F148}"/>
              </a:ext>
            </a:extLst>
          </p:cNvPr>
          <p:cNvSpPr txBox="1">
            <a:spLocks/>
          </p:cNvSpPr>
          <p:nvPr/>
        </p:nvSpPr>
        <p:spPr>
          <a:xfrm>
            <a:off x="-1533719" y="3592842"/>
            <a:ext cx="1423418" cy="74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Google Shape;939;p41">
            <a:extLst>
              <a:ext uri="{FF2B5EF4-FFF2-40B4-BE49-F238E27FC236}">
                <a16:creationId xmlns:a16="http://schemas.microsoft.com/office/drawing/2014/main" id="{72764A74-3F0D-30FD-F3BE-C97A29592D10}"/>
              </a:ext>
            </a:extLst>
          </p:cNvPr>
          <p:cNvSpPr txBox="1">
            <a:spLocks/>
          </p:cNvSpPr>
          <p:nvPr/>
        </p:nvSpPr>
        <p:spPr>
          <a:xfrm>
            <a:off x="5203173" y="1976108"/>
            <a:ext cx="3718650" cy="316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rgbClr val="000000"/>
                </a:solidFill>
                <a:effectLst/>
                <a:latin typeface="Helvetica Neue"/>
              </a:rPr>
              <a:t>Majority of the </a:t>
            </a:r>
            <a:r>
              <a:rPr lang="en-US" sz="1800" dirty="0">
                <a:solidFill>
                  <a:srgbClr val="000000"/>
                </a:solidFill>
                <a:latin typeface="Helvetica Neue"/>
              </a:rPr>
              <a:t>babies have name length of 5 characters.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rgbClr val="000000"/>
                </a:solidFill>
                <a:effectLst/>
                <a:latin typeface="Helvetica Neue"/>
              </a:rPr>
              <a:t>Very smal</a:t>
            </a:r>
            <a:r>
              <a:rPr lang="en-US" sz="1800" dirty="0">
                <a:solidFill>
                  <a:srgbClr val="000000"/>
                </a:solidFill>
                <a:latin typeface="Helvetica Neue"/>
              </a:rPr>
              <a:t>l proportion of babies have name length of 2.</a:t>
            </a:r>
            <a:endParaRPr lang="en-US" sz="1800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  <p:sp>
        <p:nvSpPr>
          <p:cNvPr id="4" name="Google Shape;939;p41">
            <a:extLst>
              <a:ext uri="{FF2B5EF4-FFF2-40B4-BE49-F238E27FC236}">
                <a16:creationId xmlns:a16="http://schemas.microsoft.com/office/drawing/2014/main" id="{8784C9C2-5810-37AF-F460-3C3E22517CC8}"/>
              </a:ext>
            </a:extLst>
          </p:cNvPr>
          <p:cNvSpPr txBox="1">
            <a:spLocks/>
          </p:cNvSpPr>
          <p:nvPr/>
        </p:nvSpPr>
        <p:spPr>
          <a:xfrm>
            <a:off x="1182246" y="4611481"/>
            <a:ext cx="3492658" cy="612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/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r>
              <a:rPr lang="en-US" b="1" dirty="0">
                <a:solidFill>
                  <a:srgbClr val="000000"/>
                </a:solidFill>
                <a:latin typeface="Helvetica Neue"/>
              </a:rPr>
              <a:t> </a:t>
            </a:r>
            <a:endParaRPr lang="en-US" dirty="0"/>
          </a:p>
        </p:txBody>
      </p:sp>
      <p:sp>
        <p:nvSpPr>
          <p:cNvPr id="5" name="Google Shape;939;p41">
            <a:extLst>
              <a:ext uri="{FF2B5EF4-FFF2-40B4-BE49-F238E27FC236}">
                <a16:creationId xmlns:a16="http://schemas.microsoft.com/office/drawing/2014/main" id="{D24E9AF7-417C-B42F-E165-650BAD642792}"/>
              </a:ext>
            </a:extLst>
          </p:cNvPr>
          <p:cNvSpPr txBox="1">
            <a:spLocks/>
          </p:cNvSpPr>
          <p:nvPr/>
        </p:nvSpPr>
        <p:spPr>
          <a:xfrm>
            <a:off x="-2062598" y="3496123"/>
            <a:ext cx="7054996" cy="42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lang="en-US" dirty="0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7FA011EC-B32F-69A3-ACAF-FBBF1290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00" y="1551582"/>
            <a:ext cx="4626700" cy="344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933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360000" y="470425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i="0" dirty="0">
                <a:solidFill>
                  <a:srgbClr val="000000"/>
                </a:solidFill>
                <a:effectLst/>
                <a:latin typeface="Helvetica Neue"/>
              </a:rPr>
              <a:t>4. Create a scatter plot that shows the correlation between name length and frequency for the 'ASIAN AND PACI' ethnicity. Consider the yearly average count for each name.</a:t>
            </a:r>
            <a:br>
              <a:rPr lang="en-US" sz="1100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dirty="0"/>
          </a:p>
        </p:txBody>
      </p:sp>
      <p:sp>
        <p:nvSpPr>
          <p:cNvPr id="2" name="Google Shape;941;p41">
            <a:extLst>
              <a:ext uri="{FF2B5EF4-FFF2-40B4-BE49-F238E27FC236}">
                <a16:creationId xmlns:a16="http://schemas.microsoft.com/office/drawing/2014/main" id="{88FDA2D5-7887-69D9-F1AC-E438FDA7F148}"/>
              </a:ext>
            </a:extLst>
          </p:cNvPr>
          <p:cNvSpPr txBox="1">
            <a:spLocks/>
          </p:cNvSpPr>
          <p:nvPr/>
        </p:nvSpPr>
        <p:spPr>
          <a:xfrm>
            <a:off x="-1533719" y="3592842"/>
            <a:ext cx="1423418" cy="74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Google Shape;939;p41">
            <a:extLst>
              <a:ext uri="{FF2B5EF4-FFF2-40B4-BE49-F238E27FC236}">
                <a16:creationId xmlns:a16="http://schemas.microsoft.com/office/drawing/2014/main" id="{72764A74-3F0D-30FD-F3BE-C97A29592D10}"/>
              </a:ext>
            </a:extLst>
          </p:cNvPr>
          <p:cNvSpPr txBox="1">
            <a:spLocks/>
          </p:cNvSpPr>
          <p:nvPr/>
        </p:nvSpPr>
        <p:spPr>
          <a:xfrm>
            <a:off x="5164403" y="1906393"/>
            <a:ext cx="3718650" cy="2766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rgbClr val="000000"/>
                </a:solidFill>
                <a:effectLst/>
                <a:latin typeface="Helvetica Neue"/>
              </a:rPr>
              <a:t>The scatter plot confirms that: The data shows a weak negative relationship between </a:t>
            </a:r>
            <a:r>
              <a:rPr lang="en-US" sz="1800" i="0" dirty="0" err="1">
                <a:solidFill>
                  <a:srgbClr val="000000"/>
                </a:solidFill>
                <a:effectLst/>
                <a:latin typeface="Helvetica Neue"/>
              </a:rPr>
              <a:t>Name_Length</a:t>
            </a:r>
            <a:r>
              <a:rPr lang="en-US" sz="1800" i="0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  <a:r>
              <a:rPr lang="en-US" sz="1800" i="0">
                <a:solidFill>
                  <a:srgbClr val="000000"/>
                </a:solidFill>
                <a:effectLst/>
                <a:latin typeface="Helvetica Neue"/>
              </a:rPr>
              <a:t>and Frequency. </a:t>
            </a:r>
            <a:r>
              <a:rPr lang="en-US" sz="1800" i="0" dirty="0">
                <a:solidFill>
                  <a:srgbClr val="000000"/>
                </a:solidFill>
                <a:effectLst/>
                <a:latin typeface="Helvetica Neue"/>
              </a:rPr>
              <a:t>This means longer names are slightly less common, but the effect is very small. </a:t>
            </a:r>
          </a:p>
        </p:txBody>
      </p:sp>
      <p:sp>
        <p:nvSpPr>
          <p:cNvPr id="4" name="Google Shape;939;p41">
            <a:extLst>
              <a:ext uri="{FF2B5EF4-FFF2-40B4-BE49-F238E27FC236}">
                <a16:creationId xmlns:a16="http://schemas.microsoft.com/office/drawing/2014/main" id="{8784C9C2-5810-37AF-F460-3C3E22517CC8}"/>
              </a:ext>
            </a:extLst>
          </p:cNvPr>
          <p:cNvSpPr txBox="1">
            <a:spLocks/>
          </p:cNvSpPr>
          <p:nvPr/>
        </p:nvSpPr>
        <p:spPr>
          <a:xfrm>
            <a:off x="1182246" y="4611481"/>
            <a:ext cx="3492658" cy="612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/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br>
              <a:rPr lang="en-US" b="1" dirty="0">
                <a:solidFill>
                  <a:srgbClr val="000000"/>
                </a:solidFill>
                <a:latin typeface="Helvetica Neue"/>
              </a:rPr>
            </a:br>
            <a:r>
              <a:rPr lang="en-US" b="1" dirty="0">
                <a:solidFill>
                  <a:srgbClr val="000000"/>
                </a:solidFill>
                <a:latin typeface="Helvetica Neue"/>
              </a:rPr>
              <a:t> </a:t>
            </a:r>
            <a:endParaRPr lang="en-US" dirty="0"/>
          </a:p>
        </p:txBody>
      </p:sp>
      <p:sp>
        <p:nvSpPr>
          <p:cNvPr id="5" name="Google Shape;939;p41">
            <a:extLst>
              <a:ext uri="{FF2B5EF4-FFF2-40B4-BE49-F238E27FC236}">
                <a16:creationId xmlns:a16="http://schemas.microsoft.com/office/drawing/2014/main" id="{D24E9AF7-417C-B42F-E165-650BAD642792}"/>
              </a:ext>
            </a:extLst>
          </p:cNvPr>
          <p:cNvSpPr txBox="1">
            <a:spLocks/>
          </p:cNvSpPr>
          <p:nvPr/>
        </p:nvSpPr>
        <p:spPr>
          <a:xfrm>
            <a:off x="-2062598" y="3496123"/>
            <a:ext cx="7054996" cy="42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lang="en-US" dirty="0"/>
          </a:p>
        </p:txBody>
      </p:sp>
      <p:sp>
        <p:nvSpPr>
          <p:cNvPr id="6" name="Google Shape;939;p41">
            <a:extLst>
              <a:ext uri="{FF2B5EF4-FFF2-40B4-BE49-F238E27FC236}">
                <a16:creationId xmlns:a16="http://schemas.microsoft.com/office/drawing/2014/main" id="{079F2615-7B5E-B9BC-3260-2F59006E1962}"/>
              </a:ext>
            </a:extLst>
          </p:cNvPr>
          <p:cNvSpPr txBox="1">
            <a:spLocks/>
          </p:cNvSpPr>
          <p:nvPr/>
        </p:nvSpPr>
        <p:spPr>
          <a:xfrm>
            <a:off x="-1614885" y="2979856"/>
            <a:ext cx="6137570" cy="494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0F01DDF-759C-8035-DD1A-C9CC4F1B7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29" y="1431266"/>
            <a:ext cx="4736244" cy="359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441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2C11-63DC-AE85-0109-D17528A95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to further improve the dataset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891A201-7B0C-BC04-534F-2C2CBD89BCD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95970" y="1911465"/>
            <a:ext cx="7552060" cy="21036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1600" dirty="0"/>
              <a:t>To increase the accuracy of the dataset, removing all the duplicate rows from the whole dataset by keeping the first occurrence and deleting its subsequent.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dirty="0"/>
              <a:t>Also, merging similar naming ethnic groups. For e.g., replacing ‘Black Non-</a:t>
            </a:r>
            <a:r>
              <a:rPr lang="en-US" sz="1600" dirty="0" err="1"/>
              <a:t>hisp</a:t>
            </a:r>
            <a:r>
              <a:rPr lang="en-US" sz="1600" dirty="0"/>
              <a:t>’ with ‘Black Non-Hispanic’ or vice-versa.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 marL="152400" indent="0"/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600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2C11-63DC-AE85-0109-D17528A95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Contributions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891A201-7B0C-BC04-534F-2C2CBD89BCD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95970" y="1911465"/>
            <a:ext cx="7552060" cy="2103600"/>
          </a:xfrm>
        </p:spPr>
        <p:txBody>
          <a:bodyPr/>
          <a:lstStyle/>
          <a:p>
            <a:pPr marL="152400" indent="0"/>
            <a:r>
              <a:rPr lang="en-US" sz="1600" dirty="0"/>
              <a:t>Section 1: Dataset Exploration – Jacob Prawin Armstrong Raja</a:t>
            </a:r>
          </a:p>
          <a:p>
            <a:pPr marL="152400" indent="0"/>
            <a:endParaRPr lang="en-US" sz="1600" dirty="0"/>
          </a:p>
          <a:p>
            <a:pPr marL="152400" indent="0"/>
            <a:r>
              <a:rPr lang="en-US" sz="1600" dirty="0"/>
              <a:t>Section 2: Data Cleaning and Preparation – Preyash Mahendrabhai Patel</a:t>
            </a:r>
          </a:p>
          <a:p>
            <a:pPr marL="152400" indent="0"/>
            <a:endParaRPr lang="en-US" sz="1600" dirty="0"/>
          </a:p>
          <a:p>
            <a:pPr marL="152400" indent="0"/>
            <a:r>
              <a:rPr lang="en-US" sz="1600" dirty="0"/>
              <a:t>Section 3: Data Analysis and Visualization – Tej Ketan Acharya</a:t>
            </a:r>
          </a:p>
          <a:p>
            <a:pPr marL="152400" indent="0"/>
            <a:endParaRPr lang="en-US" dirty="0"/>
          </a:p>
          <a:p>
            <a:pPr marL="152400" indent="0"/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371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394250" y="1346313"/>
            <a:ext cx="635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You!</a:t>
            </a:r>
            <a:endParaRPr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09783941"/>
      </p:ext>
    </p:extLst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1161</Words>
  <Application>Microsoft Office PowerPoint</Application>
  <PresentationFormat>On-screen Show (16:9)</PresentationFormat>
  <Paragraphs>97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Nunito Light</vt:lpstr>
      <vt:lpstr>Arial</vt:lpstr>
      <vt:lpstr>Helvetica Neue</vt:lpstr>
      <vt:lpstr>Wingdings</vt:lpstr>
      <vt:lpstr>Poppins</vt:lpstr>
      <vt:lpstr>Poppins Black</vt:lpstr>
      <vt:lpstr>Barlow</vt:lpstr>
      <vt:lpstr>Data Analytics Strategy Toolkit by Slidesgo</vt:lpstr>
      <vt:lpstr>Python for Data Analysis and Visualization – Final Project</vt:lpstr>
      <vt:lpstr>Title : Analysis of Popular Baby Names in the US from 2011 to 2019</vt:lpstr>
      <vt:lpstr>Introduction</vt:lpstr>
      <vt:lpstr>Dataset Exploration</vt:lpstr>
      <vt:lpstr>1. Load the dataset into a Pandas dataframe and display the first 10 rows. </vt:lpstr>
      <vt:lpstr>2. Display the shape of the dataset (i.e. number of rows and columns). </vt:lpstr>
      <vt:lpstr>3. Identify the data types of each column and check for any missing values (number of missing values in each column).    </vt:lpstr>
      <vt:lpstr>4. Create a bar chart that shows the total number of baby names per year for each gender.     </vt:lpstr>
      <vt:lpstr>5. Create a bar chart that shows the distribution of names (total number) by gender.      </vt:lpstr>
      <vt:lpstr>6. Create a pie chart that shows the distribution of names (total number in percent) by ethnicity.       </vt:lpstr>
      <vt:lpstr>Data Cleaning and Preparation</vt:lpstr>
      <vt:lpstr>1. Can you find any duplicated rows in the dataset for the year 2011?        </vt:lpstr>
      <vt:lpstr>2. Rename the 'Year of Birth' column to 'Year_of_Birth' and 'Child's First Name' to 'Childs_First_Name'.         </vt:lpstr>
      <vt:lpstr>3. Create a new column that shows the length of each name, excluding any non-alphabetic characters (e.g. spaces or hyphens). Name the new column 'Name_Length’.       </vt:lpstr>
      <vt:lpstr>4. Create a new column called 'Percentage' that shows the percentage of babies with each name, based on the total number of babies born in that year and gender.¶        </vt:lpstr>
      <vt:lpstr>5. Replace the ethnic category 'Black or African American Non-Hispanic' with 'Black Non-Hispanic'.         </vt:lpstr>
      <vt:lpstr>Data Analysis and Visualization</vt:lpstr>
      <vt:lpstr>1. How many children were named Jacob in 2018 and what is the ethnicity distribution of those children?          </vt:lpstr>
      <vt:lpstr>2. Create a line plot that shows the frequency of the top 5 names for the female gender between 2013 and 2015.          </vt:lpstr>
      <vt:lpstr>3. What is the relationship between the length of names and their frequency, and how does it differ between genders? The scatter plot should show the length of names on the x-axis, the frequency on the y-axis, and should use color to differentiate between male and female names.           </vt:lpstr>
      <vt:lpstr>4. Create a scatter plot that shows the correlation between name length and frequency for the 'ASIAN AND PACI' ethnicity. Consider the yearly average count for each name.            </vt:lpstr>
      <vt:lpstr>Recommendation to further improve the dataset</vt:lpstr>
      <vt:lpstr>Coding Contributions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Data Analysis and Visualization – Final Project</dc:title>
  <dc:creator>Tej Acharya</dc:creator>
  <cp:lastModifiedBy>Preyash Patel</cp:lastModifiedBy>
  <cp:revision>3</cp:revision>
  <dcterms:modified xsi:type="dcterms:W3CDTF">2025-12-31T15:53:09Z</dcterms:modified>
</cp:coreProperties>
</file>